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57" r:id="rId4"/>
    <p:sldId id="389" r:id="rId5"/>
    <p:sldId id="445" r:id="rId6"/>
    <p:sldId id="444" r:id="rId7"/>
    <p:sldId id="446" r:id="rId8"/>
    <p:sldId id="447" r:id="rId9"/>
    <p:sldId id="453" r:id="rId10"/>
    <p:sldId id="451" r:id="rId11"/>
    <p:sldId id="448" r:id="rId12"/>
    <p:sldId id="449" r:id="rId13"/>
    <p:sldId id="452" r:id="rId14"/>
    <p:sldId id="399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740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Logging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to Logging</a:t>
            </a:r>
          </a:p>
          <a:p>
            <a:r>
              <a:rPr lang="en-US" dirty="0"/>
              <a:t>Logging with Python</a:t>
            </a:r>
          </a:p>
          <a:p>
            <a:r>
              <a:rPr lang="en-US" dirty="0"/>
              <a:t>Log Configuration</a:t>
            </a:r>
          </a:p>
          <a:p>
            <a:r>
              <a:rPr lang="en-US" dirty="0"/>
              <a:t>Logging Levels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Logging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4EF9-4B01-ADB2-4AA7-2854BD48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57BB5-4BA2-E903-1861-2070482005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09B9D-6408-D832-C9D5-0FC5FFAC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 fontScale="92500"/>
          </a:bodyPr>
          <a:lstStyle/>
          <a:p>
            <a:r>
              <a:rPr lang="en-US" dirty="0"/>
              <a:t>Logging is the practice of recording information about a program’s execution to an output destination</a:t>
            </a:r>
          </a:p>
          <a:p>
            <a:r>
              <a:rPr lang="en-US" dirty="0"/>
              <a:t>Logs act as a running history of what a program has done, in what order, and what went wrong</a:t>
            </a:r>
          </a:p>
          <a:p>
            <a:r>
              <a:rPr lang="en-US" dirty="0"/>
              <a:t>Logging is distinct from just using print() statements throughout your code:</a:t>
            </a:r>
          </a:p>
          <a:p>
            <a:pPr lvl="1"/>
            <a:r>
              <a:rPr lang="en-US" dirty="0"/>
              <a:t>Logs: structured, configurable, intended for production use</a:t>
            </a:r>
          </a:p>
          <a:p>
            <a:pPr lvl="1"/>
            <a:r>
              <a:rPr lang="en-US" dirty="0"/>
              <a:t>Log destinations: console, files, external services</a:t>
            </a:r>
          </a:p>
          <a:p>
            <a:pPr lvl="1"/>
            <a:r>
              <a:rPr lang="en-US" dirty="0"/>
              <a:t>Logging is a professional standard</a:t>
            </a:r>
          </a:p>
          <a:p>
            <a:r>
              <a:rPr lang="en-US" dirty="0"/>
              <a:t>Proper logging should capture </a:t>
            </a:r>
            <a:r>
              <a:rPr lang="en-US" b="1" dirty="0"/>
              <a:t>what happened</a:t>
            </a:r>
            <a:r>
              <a:rPr lang="en-US" dirty="0"/>
              <a:t>, </a:t>
            </a:r>
            <a:r>
              <a:rPr lang="en-US" b="1" dirty="0"/>
              <a:t>when it happened </a:t>
            </a:r>
            <a:r>
              <a:rPr lang="en-US" dirty="0"/>
              <a:t>(and ideally </a:t>
            </a:r>
            <a:r>
              <a:rPr lang="en-US" b="1" dirty="0"/>
              <a:t>why it happened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72DFAD-BB2D-A8C7-30F3-DDCF07A6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Logging?</a:t>
            </a:r>
          </a:p>
        </p:txBody>
      </p:sp>
    </p:spTree>
    <p:extLst>
      <p:ext uri="{BB962C8B-B14F-4D97-AF65-F5344CB8AC3E}">
        <p14:creationId xmlns:p14="http://schemas.microsoft.com/office/powerpoint/2010/main" val="9517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6C0F-D04E-3790-6993-E25AFC77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4172-5BA7-C958-90BC-A48DE94268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D3A68FD-2B76-ED13-9535-89C04E6AE94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Logging with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02F48-AF61-4ED4-FB2E-32F5D1F0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2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D53E-D5BB-7584-86A7-813D6AEC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FC49A-D87B-C64B-2E91-B3040CD6BB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0DE34-0C52-FA46-6840-B1FD7827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provides a built-in logging module</a:t>
            </a:r>
          </a:p>
          <a:p>
            <a:r>
              <a:rPr lang="en-US" dirty="0"/>
              <a:t>Import with: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logging</a:t>
            </a:r>
          </a:p>
          <a:p>
            <a:r>
              <a:rPr lang="en-US" dirty="0"/>
              <a:t>The logging module provides a logger object you can use to emit log messages: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logging.info(),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logging.warning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etc…</a:t>
            </a:r>
          </a:p>
          <a:p>
            <a:r>
              <a:rPr lang="en-US" dirty="0"/>
              <a:t>By default, python logging only displays messages at WARNING level and above</a:t>
            </a:r>
          </a:p>
          <a:p>
            <a:r>
              <a:rPr lang="en-US" dirty="0"/>
              <a:t>The </a:t>
            </a:r>
            <a:r>
              <a:rPr lang="en-US" b="1" dirty="0"/>
              <a:t>root logger</a:t>
            </a:r>
            <a:r>
              <a:rPr lang="en-US" dirty="0"/>
              <a:t> is the default logger used when no named logger is configured</a:t>
            </a:r>
          </a:p>
          <a:p>
            <a:r>
              <a:rPr lang="en-US" dirty="0"/>
              <a:t>Named loggers are created with: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logger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logging.getLogger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(__name__)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303A26-A51D-76F3-9BD8-DE1BE19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with Python</a:t>
            </a:r>
          </a:p>
        </p:txBody>
      </p:sp>
    </p:spTree>
    <p:extLst>
      <p:ext uri="{BB962C8B-B14F-4D97-AF65-F5344CB8AC3E}">
        <p14:creationId xmlns:p14="http://schemas.microsoft.com/office/powerpoint/2010/main" val="289993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7674-932C-4A6A-FE2B-7E723FC1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3200FC-D979-0900-196D-BC760C95DD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E193851-02EC-08B2-71B2-4E2B9648BA1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49F9D9-E25B-7417-4459-F320FFE2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0C01-98AC-B815-BA51-E83A2420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86F7-5357-8DB1-0278-9D03C8DCFA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5F2D1C-5535-0AC6-5251-937C66EFE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/>
          </a:bodyPr>
          <a:lstStyle/>
          <a:p>
            <a:r>
              <a:rPr lang="en-US" dirty="0"/>
              <a:t>Logging behavior is controlled through configuration</a:t>
            </a:r>
          </a:p>
          <a:p>
            <a:r>
              <a:rPr lang="en-US" dirty="0"/>
              <a:t>The </a:t>
            </a:r>
            <a:r>
              <a:rPr lang="en-US" dirty="0" err="1"/>
              <a:t>basicConfig</a:t>
            </a:r>
            <a:r>
              <a:rPr lang="en-US" dirty="0"/>
              <a:t>() function is the simplest way to configure the root logger: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logging.basicConfig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basicConfig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accepts: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level</a:t>
            </a:r>
            <a:r>
              <a:rPr lang="en-US" dirty="0"/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format</a:t>
            </a:r>
            <a:r>
              <a:rPr lang="en-US" dirty="0"/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filename</a:t>
            </a:r>
            <a:r>
              <a:rPr lang="en-US" dirty="0"/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filemode</a:t>
            </a:r>
            <a:r>
              <a:rPr lang="en-US" dirty="0"/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datefmt</a:t>
            </a:r>
            <a:r>
              <a:rPr lang="en-US" dirty="0"/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more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F12ABE-2B5C-60C2-2A29-78A67C3F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37508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10B8-0C84-B581-8C5D-9CD5EC02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A19CF-6EF7-B04D-C124-8449A2FFF9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56D16-D628-5DB4-170B-BF71CDDFE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/>
          </a:bodyPr>
          <a:lstStyle/>
          <a:p>
            <a:r>
              <a:rPr lang="en-US" dirty="0"/>
              <a:t>Handlers are used to control the output of log messages.</a:t>
            </a:r>
          </a:p>
          <a:p>
            <a:r>
              <a:rPr lang="en-US" dirty="0"/>
              <a:t>Each handler can be configured with its own logging level, so you can control where different types of log messages are written</a:t>
            </a:r>
          </a:p>
          <a:p>
            <a:r>
              <a:rPr lang="en-US" dirty="0" err="1"/>
              <a:t>StreamHandler</a:t>
            </a:r>
            <a:r>
              <a:rPr lang="en-US" dirty="0"/>
              <a:t> = Console output</a:t>
            </a:r>
          </a:p>
          <a:p>
            <a:r>
              <a:rPr lang="en-US" dirty="0" err="1"/>
              <a:t>FileHandler</a:t>
            </a:r>
            <a:r>
              <a:rPr lang="en-US" dirty="0"/>
              <a:t> = File output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A65B30-13CF-D660-BAC3-92703039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Handlers</a:t>
            </a:r>
          </a:p>
        </p:txBody>
      </p:sp>
    </p:spTree>
    <p:extLst>
      <p:ext uri="{BB962C8B-B14F-4D97-AF65-F5344CB8AC3E}">
        <p14:creationId xmlns:p14="http://schemas.microsoft.com/office/powerpoint/2010/main" val="347756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52F8-2679-5E96-A33D-68321611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BDECF-5F2E-B04C-3031-3549DF3028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DA43A9-6F13-5892-DDE2-6FC30425F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7964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logging.FileHander</a:t>
            </a:r>
            <a:r>
              <a:rPr lang="en-US" dirty="0"/>
              <a:t> to write log messages to a file on disk</a:t>
            </a:r>
          </a:p>
          <a:p>
            <a:r>
              <a:rPr lang="en-US" dirty="0" err="1"/>
              <a:t>FileHandler</a:t>
            </a:r>
            <a:r>
              <a:rPr lang="en-US" dirty="0"/>
              <a:t> accepts a file path and an optional file mode (‘a’ for append, ‘w’ to overwrite)</a:t>
            </a:r>
          </a:p>
          <a:p>
            <a:pPr lvl="1"/>
            <a:r>
              <a:rPr lang="en-US" dirty="0"/>
              <a:t>The default file more is ‘a’ (append)</a:t>
            </a:r>
          </a:p>
          <a:p>
            <a:r>
              <a:rPr lang="en-US" dirty="0"/>
              <a:t>Note: The simplest way to log to a file is by passing a ‘filename’ argument to the </a:t>
            </a:r>
            <a:r>
              <a:rPr lang="en-US" dirty="0" err="1"/>
              <a:t>basicConfig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logging.basicConfig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(filename=“path-to-file”)</a:t>
            </a:r>
          </a:p>
          <a:p>
            <a:r>
              <a:rPr lang="en-US" dirty="0"/>
              <a:t>Other File Handlers:</a:t>
            </a:r>
          </a:p>
          <a:p>
            <a:pPr lvl="1"/>
            <a:r>
              <a:rPr lang="en-US" b="1" dirty="0" err="1"/>
              <a:t>RotatingFileHandler</a:t>
            </a:r>
            <a:r>
              <a:rPr lang="en-US" dirty="0"/>
              <a:t>: rotates to a new file based on file size (e.g. max 5mb per file)</a:t>
            </a:r>
          </a:p>
          <a:p>
            <a:pPr lvl="1"/>
            <a:r>
              <a:rPr lang="en-US" b="1" dirty="0" err="1"/>
              <a:t>TimedRotatingFileHandler</a:t>
            </a:r>
            <a:r>
              <a:rPr lang="en-US" dirty="0"/>
              <a:t>: rotates based on time intervales (e.g. daily, weekly, etc…)</a:t>
            </a:r>
          </a:p>
          <a:p>
            <a:pPr lvl="1"/>
            <a:r>
              <a:rPr lang="en-US" dirty="0"/>
              <a:t>Rotating handlers automatically manage old files using a backup count setting</a:t>
            </a:r>
          </a:p>
          <a:p>
            <a:pPr lvl="1"/>
            <a:r>
              <a:rPr lang="en-US" dirty="0"/>
              <a:t>Log files should be stored in a dedicated, consistent location (e.g. ‘/logs’ directory)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A8E302-B4D9-14FC-79D2-DA59D0A2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Handlers – File Handlers</a:t>
            </a:r>
          </a:p>
        </p:txBody>
      </p:sp>
    </p:spTree>
    <p:extLst>
      <p:ext uri="{BB962C8B-B14F-4D97-AF65-F5344CB8AC3E}">
        <p14:creationId xmlns:p14="http://schemas.microsoft.com/office/powerpoint/2010/main" val="4796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072C-F64B-ACF7-8E22-86D774C0B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64D3D-1774-5B9A-7206-48896B26DA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E6F72C3-9A95-C879-C661-DBC1D23AD01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Logging Levels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8C9D0-88D7-3D14-CF3A-02DFEE80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7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A6D2-2731-9AFE-6E89-E45FD728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15B9A-03F3-F4D2-D6C3-BF0784DBFE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D6F185-702D-2208-1117-DA0CA852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1259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Python defines five standard logging levels, each representing a different severity of event</a:t>
            </a:r>
          </a:p>
          <a:p>
            <a:r>
              <a:rPr lang="en-US" dirty="0"/>
              <a:t>Each level corresponds to an internal integer value which is used for comparisons (you typically don’t see this integer)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2C36E1-92F7-89D7-757D-BB29B8B8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Levels - Python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3989E2-D99B-7E60-92BB-40CB2D12A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6834"/>
              </p:ext>
            </p:extLst>
          </p:nvPr>
        </p:nvGraphicFramePr>
        <p:xfrm>
          <a:off x="159572" y="3504715"/>
          <a:ext cx="882485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338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3982898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94161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(10) Detailed diagnostic information. Typically, only used during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logger.debug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(20) Confirmation logs that confirm things are working as expected.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logger.info()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(30) Logs unexpected occurrences in the normal functionality – e.g. suspicious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logger.warning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(40) Logs serious problems – failed functions or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logger.error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(50) A sever error, the program may not be able to continue running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logger.critical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1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F99B9-6A43-0C35-4622-877BC36E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EB53D-26DD-DF43-461C-525713A42A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6FD84-EA11-3316-6CF3-F86723D5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When creating and configuring loggers, a logger will only process messages at the configured level or above.</a:t>
            </a:r>
          </a:p>
          <a:p>
            <a:pPr lvl="1"/>
            <a:r>
              <a:rPr lang="en-US" dirty="0"/>
              <a:t>E.g. a logger configured for ERROR will only log ERROR and CRITICAL messages</a:t>
            </a:r>
          </a:p>
          <a:p>
            <a:r>
              <a:rPr lang="en-US" dirty="0"/>
              <a:t>By default, the root logger is set to WARNING. </a:t>
            </a:r>
          </a:p>
          <a:p>
            <a:pPr lvl="1"/>
            <a:r>
              <a:rPr lang="en-US" dirty="0"/>
              <a:t>DEBUG and INFO logs are hidden unless configured.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E351B4-84C8-2B51-BB6E-C0EEFED0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Levels - Python</a:t>
            </a:r>
          </a:p>
        </p:txBody>
      </p:sp>
    </p:spTree>
    <p:extLst>
      <p:ext uri="{BB962C8B-B14F-4D97-AF65-F5344CB8AC3E}">
        <p14:creationId xmlns:p14="http://schemas.microsoft.com/office/powerpoint/2010/main" val="61873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3AA7B-C117-1993-505B-CDA1CD3C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50A31-3313-4EC4-541A-38F706EFE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71AAD-E9BB-4BEB-A20E-B51ADDEB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AA948C-0A4D-B104-675E-43DFE760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3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18900</TotalTime>
  <Words>647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2_Custom Design</vt:lpstr>
      <vt:lpstr>Python Logging</vt:lpstr>
      <vt:lpstr>Outline</vt:lpstr>
      <vt:lpstr>PowerPoint Presentation</vt:lpstr>
      <vt:lpstr>What is Logging?</vt:lpstr>
      <vt:lpstr>PowerPoint Presentation</vt:lpstr>
      <vt:lpstr>Logging with Python</vt:lpstr>
      <vt:lpstr>PowerPoint Presentation</vt:lpstr>
      <vt:lpstr>Configuration</vt:lpstr>
      <vt:lpstr>Handlers</vt:lpstr>
      <vt:lpstr>Handlers – File Handlers</vt:lpstr>
      <vt:lpstr>PowerPoint Presentation</vt:lpstr>
      <vt:lpstr>Logging Levels - Python</vt:lpstr>
      <vt:lpstr>Logging Levels - Python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27</cp:revision>
  <cp:lastPrinted>2016-06-20T20:58:50Z</cp:lastPrinted>
  <dcterms:created xsi:type="dcterms:W3CDTF">2016-11-09T18:19:08Z</dcterms:created>
  <dcterms:modified xsi:type="dcterms:W3CDTF">2026-06-10T02:46:51Z</dcterms:modified>
</cp:coreProperties>
</file>