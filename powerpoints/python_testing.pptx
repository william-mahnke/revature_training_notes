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90" r:id="rId1"/>
  </p:sldMasterIdLst>
  <p:notesMasterIdLst>
    <p:notesMasterId r:id="rId26"/>
  </p:notesMasterIdLst>
  <p:handoutMasterIdLst>
    <p:handoutMasterId r:id="rId27"/>
  </p:handoutMasterIdLst>
  <p:sldIdLst>
    <p:sldId id="256" r:id="rId2"/>
    <p:sldId id="257" r:id="rId3"/>
    <p:sldId id="417" r:id="rId4"/>
    <p:sldId id="376" r:id="rId5"/>
    <p:sldId id="457" r:id="rId6"/>
    <p:sldId id="447" r:id="rId7"/>
    <p:sldId id="446" r:id="rId8"/>
    <p:sldId id="464" r:id="rId9"/>
    <p:sldId id="458" r:id="rId10"/>
    <p:sldId id="449" r:id="rId11"/>
    <p:sldId id="448" r:id="rId12"/>
    <p:sldId id="459" r:id="rId13"/>
    <p:sldId id="450" r:id="rId14"/>
    <p:sldId id="451" r:id="rId15"/>
    <p:sldId id="469" r:id="rId16"/>
    <p:sldId id="452" r:id="rId17"/>
    <p:sldId id="460" r:id="rId18"/>
    <p:sldId id="454" r:id="rId19"/>
    <p:sldId id="455" r:id="rId20"/>
    <p:sldId id="461" r:id="rId21"/>
    <p:sldId id="463" r:id="rId22"/>
    <p:sldId id="466" r:id="rId23"/>
    <p:sldId id="468" r:id="rId24"/>
    <p:sldId id="270" r:id="rId25"/>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76">
          <p15:clr>
            <a:srgbClr val="A4A3A4"/>
          </p15:clr>
        </p15:guide>
        <p15:guide id="2" orient="horz" pos="763">
          <p15:clr>
            <a:srgbClr val="A4A3A4"/>
          </p15:clr>
        </p15:guide>
        <p15:guide id="3" orient="horz" pos="288">
          <p15:clr>
            <a:srgbClr val="A4A3A4"/>
          </p15:clr>
        </p15:guide>
        <p15:guide id="4" orient="horz" pos="708">
          <p15:clr>
            <a:srgbClr val="A4A3A4"/>
          </p15:clr>
        </p15:guide>
        <p15:guide id="5" pos="240">
          <p15:clr>
            <a:srgbClr val="A4A3A4"/>
          </p15:clr>
        </p15:guide>
        <p15:guide id="6" pos="5035">
          <p15:clr>
            <a:srgbClr val="A4A3A4"/>
          </p15:clr>
        </p15:guide>
        <p15:guide id="7" pos="3437">
          <p15:clr>
            <a:srgbClr val="A4A3A4"/>
          </p15:clr>
        </p15:guide>
        <p15:guide id="8" pos="3495">
          <p15:clr>
            <a:srgbClr val="A4A3A4"/>
          </p15:clr>
        </p15:guide>
        <p15:guide id="9" pos="1825">
          <p15:clr>
            <a:srgbClr val="A4A3A4"/>
          </p15:clr>
        </p15:guide>
        <p15:guide id="10" pos="1882">
          <p15:clr>
            <a:srgbClr val="A4A3A4"/>
          </p15:clr>
        </p15:guide>
        <p15:guide id="11" pos="3399">
          <p15:clr>
            <a:srgbClr val="A4A3A4"/>
          </p15:clr>
        </p15:guide>
        <p15:guide id="12" pos="2122">
          <p15:clr>
            <a:srgbClr val="A4A3A4"/>
          </p15:clr>
        </p15:guide>
        <p15:guide id="13" orient="horz" pos="765">
          <p15:clr>
            <a:srgbClr val="A4A3A4"/>
          </p15:clr>
        </p15:guide>
        <p15:guide id="14" pos="2880">
          <p15:clr>
            <a:srgbClr val="A4A3A4"/>
          </p15:clr>
        </p15:guide>
        <p15:guide id="15" pos="1440">
          <p15:clr>
            <a:srgbClr val="A4A3A4"/>
          </p15:clr>
        </p15:guide>
        <p15:guide id="16" pos="4320">
          <p15:clr>
            <a:srgbClr val="A4A3A4"/>
          </p15:clr>
        </p15:guide>
      </p15:sldGuideLst>
    </p:ext>
    <p:ext uri="{2D200454-40CA-4A62-9FC3-DE9A4176ACB9}">
      <p15:notesGuideLst xmlns:p15="http://schemas.microsoft.com/office/powerpoint/2012/main">
        <p15:guide id="1" orient="horz" pos="3002" userDrawn="1">
          <p15:clr>
            <a:srgbClr val="A4A3A4"/>
          </p15:clr>
        </p15:guide>
        <p15:guide id="2" pos="2282" userDrawn="1">
          <p15:clr>
            <a:srgbClr val="A4A3A4"/>
          </p15:clr>
        </p15:guide>
        <p15:guide id="3" orient="horz" pos="2928" userDrawn="1">
          <p15:clr>
            <a:srgbClr val="A4A3A4"/>
          </p15:clr>
        </p15:guide>
        <p15:guide id="4"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regg" initials="G" lastIdx="13" clrIdx="0"/>
  <p:cmAuthor id="1" name="Tatiana" initials="T" lastIdx="13" clrIdx="1"/>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474C55"/>
    <a:srgbClr val="669A91"/>
    <a:srgbClr val="9171A7"/>
    <a:srgbClr val="CCCC00"/>
    <a:srgbClr val="B07750"/>
    <a:srgbClr val="AC545C"/>
    <a:srgbClr val="33CCCC"/>
    <a:srgbClr val="9966FF"/>
    <a:srgbClr val="61687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6389" autoAdjust="0"/>
  </p:normalViewPr>
  <p:slideViewPr>
    <p:cSldViewPr snapToGrid="0">
      <p:cViewPr varScale="1">
        <p:scale>
          <a:sx n="59" d="100"/>
          <a:sy n="59" d="100"/>
        </p:scale>
        <p:origin x="1740" y="72"/>
      </p:cViewPr>
      <p:guideLst>
        <p:guide orient="horz" pos="4176"/>
        <p:guide orient="horz" pos="763"/>
        <p:guide orient="horz" pos="288"/>
        <p:guide orient="horz" pos="708"/>
        <p:guide pos="240"/>
        <p:guide pos="5035"/>
        <p:guide pos="3437"/>
        <p:guide pos="3495"/>
        <p:guide pos="1825"/>
        <p:guide pos="1882"/>
        <p:guide pos="3399"/>
        <p:guide pos="2122"/>
        <p:guide orient="horz" pos="765"/>
        <p:guide pos="2880"/>
        <p:guide pos="1440"/>
        <p:guide pos="4320"/>
      </p:guideLst>
    </p:cSldViewPr>
  </p:slideViewPr>
  <p:outlineViewPr>
    <p:cViewPr>
      <p:scale>
        <a:sx n="33" d="100"/>
        <a:sy n="33" d="100"/>
      </p:scale>
      <p:origin x="0" y="-8900"/>
    </p:cViewPr>
  </p:outlineViewPr>
  <p:notesTextViewPr>
    <p:cViewPr>
      <p:scale>
        <a:sx n="1" d="1"/>
        <a:sy n="1" d="1"/>
      </p:scale>
      <p:origin x="0" y="0"/>
    </p:cViewPr>
  </p:notesTextViewPr>
  <p:sorterViewPr>
    <p:cViewPr varScale="1">
      <p:scale>
        <a:sx n="1" d="1"/>
        <a:sy n="1" d="1"/>
      </p:scale>
      <p:origin x="0" y="0"/>
    </p:cViewPr>
  </p:sorterViewPr>
  <p:notesViewPr>
    <p:cSldViewPr snapToGrid="0">
      <p:cViewPr>
        <p:scale>
          <a:sx n="100" d="100"/>
          <a:sy n="100" d="100"/>
        </p:scale>
        <p:origin x="3504" y="-480"/>
      </p:cViewPr>
      <p:guideLst>
        <p:guide orient="horz" pos="3002"/>
        <p:guide pos="2282"/>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3159" tIns="46579" rIns="93159" bIns="46579" rtlCol="0"/>
          <a:lstStyle>
            <a:lvl1pPr algn="l">
              <a:defRPr sz="1200"/>
            </a:lvl1pPr>
          </a:lstStyle>
          <a:p>
            <a:endParaRPr lang="en-US" dirty="0"/>
          </a:p>
        </p:txBody>
      </p:sp>
      <p:sp>
        <p:nvSpPr>
          <p:cNvPr id="3" name="Date Placeholder 2"/>
          <p:cNvSpPr>
            <a:spLocks noGrp="1"/>
          </p:cNvSpPr>
          <p:nvPr>
            <p:ph type="dt" sz="quarter" idx="1"/>
          </p:nvPr>
        </p:nvSpPr>
        <p:spPr>
          <a:xfrm>
            <a:off x="3970938" y="0"/>
            <a:ext cx="3037840" cy="464820"/>
          </a:xfrm>
          <a:prstGeom prst="rect">
            <a:avLst/>
          </a:prstGeom>
        </p:spPr>
        <p:txBody>
          <a:bodyPr vert="horz" lIns="93159" tIns="46579" rIns="93159" bIns="46579" rtlCol="0"/>
          <a:lstStyle>
            <a:lvl1pPr algn="r">
              <a:defRPr sz="1200"/>
            </a:lvl1pPr>
          </a:lstStyle>
          <a:p>
            <a:fld id="{CA869C63-99CE-7C40-A7E9-3930C61B23AB}" type="datetimeFigureOut">
              <a:t>6/12/2026</a:t>
            </a:fld>
            <a:endParaRPr lang="en-US" dirty="0"/>
          </a:p>
        </p:txBody>
      </p:sp>
      <p:sp>
        <p:nvSpPr>
          <p:cNvPr id="4" name="Footer Placeholder 3"/>
          <p:cNvSpPr>
            <a:spLocks noGrp="1"/>
          </p:cNvSpPr>
          <p:nvPr>
            <p:ph type="ftr" sz="quarter" idx="2"/>
          </p:nvPr>
        </p:nvSpPr>
        <p:spPr>
          <a:xfrm>
            <a:off x="1" y="8829965"/>
            <a:ext cx="3037840" cy="464820"/>
          </a:xfrm>
          <a:prstGeom prst="rect">
            <a:avLst/>
          </a:prstGeom>
        </p:spPr>
        <p:txBody>
          <a:bodyPr vert="horz" lIns="93159" tIns="46579" rIns="93159" bIns="4657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5"/>
            <a:ext cx="3037840" cy="464820"/>
          </a:xfrm>
          <a:prstGeom prst="rect">
            <a:avLst/>
          </a:prstGeom>
        </p:spPr>
        <p:txBody>
          <a:bodyPr vert="horz" lIns="93159" tIns="46579" rIns="93159" bIns="46579" rtlCol="0" anchor="b"/>
          <a:lstStyle>
            <a:lvl1pPr algn="r">
              <a:defRPr sz="1200"/>
            </a:lvl1pPr>
          </a:lstStyle>
          <a:p>
            <a:fld id="{155B6EDB-6C4A-2346-91D8-76F2620B19F2}" type="slidenum">
              <a:t>‹#›</a:t>
            </a:fld>
            <a:endParaRPr lang="en-US" dirty="0"/>
          </a:p>
        </p:txBody>
      </p:sp>
    </p:spTree>
    <p:extLst>
      <p:ext uri="{BB962C8B-B14F-4D97-AF65-F5344CB8AC3E}">
        <p14:creationId xmlns:p14="http://schemas.microsoft.com/office/powerpoint/2010/main" val="368652477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3159" tIns="46579" rIns="93159" bIns="46579"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59" tIns="46579" rIns="93159" bIns="46579" rtlCol="0"/>
          <a:lstStyle>
            <a:lvl1pPr algn="r">
              <a:defRPr sz="1200"/>
            </a:lvl1pPr>
          </a:lstStyle>
          <a:p>
            <a:fld id="{E3E59D94-626A-4CE8-9932-5221A04BF234}" type="datetimeFigureOut">
              <a:rPr lang="en-US" smtClean="0"/>
              <a:t>6/12/2026</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59" tIns="46579" rIns="93159" bIns="4657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59" tIns="46579" rIns="93159" bIns="4657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29965"/>
            <a:ext cx="3037840" cy="464820"/>
          </a:xfrm>
          <a:prstGeom prst="rect">
            <a:avLst/>
          </a:prstGeom>
        </p:spPr>
        <p:txBody>
          <a:bodyPr vert="horz" lIns="93159" tIns="46579" rIns="93159" bIns="4657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5"/>
            <a:ext cx="3037840" cy="464820"/>
          </a:xfrm>
          <a:prstGeom prst="rect">
            <a:avLst/>
          </a:prstGeom>
        </p:spPr>
        <p:txBody>
          <a:bodyPr vert="horz" lIns="93159" tIns="46579" rIns="93159" bIns="46579" rtlCol="0" anchor="b"/>
          <a:lstStyle>
            <a:lvl1pPr algn="r">
              <a:defRPr sz="1200"/>
            </a:lvl1pPr>
          </a:lstStyle>
          <a:p>
            <a:fld id="{043CB7BC-4AFB-4847-AC93-5F4E37C870A2}" type="slidenum">
              <a:rPr lang="en-US" smtClean="0"/>
              <a:t>‹#›</a:t>
            </a:fld>
            <a:endParaRPr lang="en-US" dirty="0"/>
          </a:p>
        </p:txBody>
      </p:sp>
    </p:spTree>
    <p:extLst>
      <p:ext uri="{BB962C8B-B14F-4D97-AF65-F5344CB8AC3E}">
        <p14:creationId xmlns:p14="http://schemas.microsoft.com/office/powerpoint/2010/main" val="180791407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943F0-F73E-5ABE-87FC-1CB2F072F0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C03434-C342-836E-71E9-020B741DAC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EB0E92-13F4-CF5B-B61B-8911477212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361421-88E5-FE32-D3B3-276B114175DA}"/>
              </a:ext>
            </a:extLst>
          </p:cNvPr>
          <p:cNvSpPr>
            <a:spLocks noGrp="1"/>
          </p:cNvSpPr>
          <p:nvPr>
            <p:ph type="sldNum" sz="quarter" idx="5"/>
          </p:nvPr>
        </p:nvSpPr>
        <p:spPr/>
        <p:txBody>
          <a:bodyPr/>
          <a:lstStyle/>
          <a:p>
            <a:fld id="{043CB7BC-4AFB-4847-AC93-5F4E37C870A2}" type="slidenum">
              <a:rPr lang="en-US" smtClean="0"/>
              <a:t>6</a:t>
            </a:fld>
            <a:endParaRPr lang="en-US" dirty="0"/>
          </a:p>
        </p:txBody>
      </p:sp>
    </p:spTree>
    <p:extLst>
      <p:ext uri="{BB962C8B-B14F-4D97-AF65-F5344CB8AC3E}">
        <p14:creationId xmlns:p14="http://schemas.microsoft.com/office/powerpoint/2010/main" val="16675231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413B0-85E4-2663-A44A-AE5D6BF6DB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9A940E-3790-743E-8945-2DE9CE29B5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9A2571-CF02-8899-75F2-8CAFFC5906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9A9C6C-9535-5929-0E21-36CDF0858F6F}"/>
              </a:ext>
            </a:extLst>
          </p:cNvPr>
          <p:cNvSpPr>
            <a:spLocks noGrp="1"/>
          </p:cNvSpPr>
          <p:nvPr>
            <p:ph type="sldNum" sz="quarter" idx="5"/>
          </p:nvPr>
        </p:nvSpPr>
        <p:spPr/>
        <p:txBody>
          <a:bodyPr/>
          <a:lstStyle/>
          <a:p>
            <a:fld id="{043CB7BC-4AFB-4847-AC93-5F4E37C870A2}" type="slidenum">
              <a:rPr lang="en-US" smtClean="0"/>
              <a:t>10</a:t>
            </a:fld>
            <a:endParaRPr lang="en-US" dirty="0"/>
          </a:p>
        </p:txBody>
      </p:sp>
    </p:spTree>
    <p:extLst>
      <p:ext uri="{BB962C8B-B14F-4D97-AF65-F5344CB8AC3E}">
        <p14:creationId xmlns:p14="http://schemas.microsoft.com/office/powerpoint/2010/main" val="36188370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384C8-E336-6E9E-C521-E649059533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7CF651-1DB9-5A9B-EE8A-9B7C9CA906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BE5D0F-E50D-0F0A-7452-C745406338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951A37-0CAE-35B8-446D-04A2400F7DC9}"/>
              </a:ext>
            </a:extLst>
          </p:cNvPr>
          <p:cNvSpPr>
            <a:spLocks noGrp="1"/>
          </p:cNvSpPr>
          <p:nvPr>
            <p:ph type="sldNum" sz="quarter" idx="5"/>
          </p:nvPr>
        </p:nvSpPr>
        <p:spPr/>
        <p:txBody>
          <a:bodyPr/>
          <a:lstStyle/>
          <a:p>
            <a:fld id="{043CB7BC-4AFB-4847-AC93-5F4E37C870A2}" type="slidenum">
              <a:rPr lang="en-US" smtClean="0"/>
              <a:t>13</a:t>
            </a:fld>
            <a:endParaRPr lang="en-US" dirty="0"/>
          </a:p>
        </p:txBody>
      </p:sp>
    </p:spTree>
    <p:extLst>
      <p:ext uri="{BB962C8B-B14F-4D97-AF65-F5344CB8AC3E}">
        <p14:creationId xmlns:p14="http://schemas.microsoft.com/office/powerpoint/2010/main" val="32896908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15: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307" name="Google Shape;307;p15: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t="33848" b="649"/>
          <a:stretch/>
        </p:blipFill>
        <p:spPr>
          <a:xfrm>
            <a:off x="-1" y="0"/>
            <a:ext cx="9144002" cy="5030078"/>
          </a:xfrm>
          <a:prstGeom prst="rect">
            <a:avLst/>
          </a:prstGeom>
        </p:spPr>
      </p:pic>
      <p:grpSp>
        <p:nvGrpSpPr>
          <p:cNvPr id="27" name="Group 26"/>
          <p:cNvGrpSpPr/>
          <p:nvPr userDrawn="1"/>
        </p:nvGrpSpPr>
        <p:grpSpPr>
          <a:xfrm>
            <a:off x="496176" y="5451818"/>
            <a:ext cx="3105481" cy="975083"/>
            <a:chOff x="2814452" y="4625522"/>
            <a:chExt cx="5459889" cy="1714337"/>
          </a:xfrm>
        </p:grpSpPr>
        <p:sp>
          <p:nvSpPr>
            <p:cNvPr id="9"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ctrTitle" hasCustomPrompt="1"/>
          </p:nvPr>
        </p:nvSpPr>
        <p:spPr>
          <a:xfrm>
            <a:off x="496177" y="320634"/>
            <a:ext cx="6807148" cy="2543545"/>
          </a:xfrm>
        </p:spPr>
        <p:txBody>
          <a:bodyPr anchor="b"/>
          <a:lstStyle>
            <a:lvl1pPr>
              <a:lnSpc>
                <a:spcPct val="80000"/>
              </a:lnSpc>
              <a:defRPr sz="4400" baseline="0">
                <a:solidFill>
                  <a:schemeClr val="accent1"/>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Subtitle 2"/>
          <p:cNvSpPr>
            <a:spLocks noGrp="1"/>
          </p:cNvSpPr>
          <p:nvPr>
            <p:ph type="subTitle" idx="1"/>
          </p:nvPr>
        </p:nvSpPr>
        <p:spPr>
          <a:xfrm>
            <a:off x="496176" y="2924299"/>
            <a:ext cx="6814614" cy="1752600"/>
          </a:xfrm>
        </p:spPr>
        <p:txBody>
          <a:bodyPr/>
          <a:lstStyle>
            <a:lvl1pPr marL="0" indent="0" algn="l">
              <a:buNone/>
              <a:defRPr b="1" baseline="0">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371138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28" name="Picture 27"/>
          <p:cNvPicPr>
            <a:picLocks noChangeAspect="1"/>
          </p:cNvPicPr>
          <p:nvPr userDrawn="1"/>
        </p:nvPicPr>
        <p:blipFill rotWithShape="1">
          <a:blip r:embed="rId2" cstate="print">
            <a:extLst>
              <a:ext uri="{28A0092B-C50C-407E-A947-70E740481C1C}">
                <a14:useLocalDpi xmlns:a14="http://schemas.microsoft.com/office/drawing/2010/main" val="0"/>
              </a:ext>
            </a:extLst>
          </a:blip>
          <a:srcRect t="33086" b="1379"/>
          <a:stretch/>
        </p:blipFill>
        <p:spPr>
          <a:xfrm flipV="1">
            <a:off x="0" y="0"/>
            <a:ext cx="9144000" cy="5030078"/>
          </a:xfrm>
          <a:prstGeom prst="rect">
            <a:avLst/>
          </a:prstGeom>
        </p:spPr>
      </p:pic>
      <p:grpSp>
        <p:nvGrpSpPr>
          <p:cNvPr id="27" name="Group 26"/>
          <p:cNvGrpSpPr/>
          <p:nvPr userDrawn="1"/>
        </p:nvGrpSpPr>
        <p:grpSpPr>
          <a:xfrm>
            <a:off x="496176" y="5451818"/>
            <a:ext cx="3105481" cy="975083"/>
            <a:chOff x="2814452" y="4625522"/>
            <a:chExt cx="5459889" cy="1714337"/>
          </a:xfrm>
        </p:grpSpPr>
        <p:sp>
          <p:nvSpPr>
            <p:cNvPr id="9"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ctrTitle" hasCustomPrompt="1"/>
          </p:nvPr>
        </p:nvSpPr>
        <p:spPr>
          <a:xfrm>
            <a:off x="496177" y="320634"/>
            <a:ext cx="6807148" cy="2543545"/>
          </a:xfrm>
        </p:spPr>
        <p:txBody>
          <a:bodyPr anchor="b"/>
          <a:lstStyle>
            <a:lvl1pPr>
              <a:lnSpc>
                <a:spcPct val="80000"/>
              </a:lnSpc>
              <a:defRPr sz="4400" baseline="0">
                <a:solidFill>
                  <a:schemeClr val="bg1"/>
                </a:solidFill>
                <a:latin typeface="Arial" panose="020B0604020202020204" pitchFamily="34" charset="0"/>
                <a:cs typeface="Arial" panose="020B0604020202020204" pitchFamily="34" charset="0"/>
              </a:defRPr>
            </a:lvl1pPr>
          </a:lstStyle>
          <a:p>
            <a:r>
              <a:rPr lang="en-US" dirty="0"/>
              <a:t>Click to edit master</a:t>
            </a:r>
          </a:p>
        </p:txBody>
      </p:sp>
      <p:sp>
        <p:nvSpPr>
          <p:cNvPr id="3" name="Subtitle 2"/>
          <p:cNvSpPr>
            <a:spLocks noGrp="1"/>
          </p:cNvSpPr>
          <p:nvPr>
            <p:ph type="subTitle" idx="1"/>
          </p:nvPr>
        </p:nvSpPr>
        <p:spPr>
          <a:xfrm>
            <a:off x="496176" y="2924299"/>
            <a:ext cx="6814614" cy="1752600"/>
          </a:xfrm>
        </p:spPr>
        <p:txBody>
          <a:bodyPr/>
          <a:lstStyle>
            <a:lvl1pPr marL="0" indent="0" algn="l">
              <a:buNone/>
              <a:defRPr baseline="0">
                <a:solidFill>
                  <a:schemeClr val="tx2"/>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321615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val="0"/>
              </a:ext>
            </a:extLst>
          </a:blip>
          <a:srcRect t="67499" b="6701"/>
          <a:stretch/>
        </p:blipFill>
        <p:spPr>
          <a:xfrm flipV="1">
            <a:off x="0" y="1740436"/>
            <a:ext cx="9144000" cy="1502227"/>
          </a:xfrm>
          <a:prstGeom prst="rect">
            <a:avLst/>
          </a:prstGeom>
        </p:spPr>
      </p:pic>
      <p:pic>
        <p:nvPicPr>
          <p:cNvPr id="7" name="Picture 6"/>
          <p:cNvPicPr>
            <a:picLocks noChangeAspect="1"/>
          </p:cNvPicPr>
          <p:nvPr userDrawn="1"/>
        </p:nvPicPr>
        <p:blipFill rotWithShape="1">
          <a:blip r:embed="rId3">
            <a:extLst>
              <a:ext uri="{28A0092B-C50C-407E-A947-70E740481C1C}">
                <a14:useLocalDpi xmlns:a14="http://schemas.microsoft.com/office/drawing/2010/main" val="0"/>
              </a:ext>
            </a:extLst>
          </a:blip>
          <a:srcRect t="24620" b="16130"/>
          <a:stretch/>
        </p:blipFill>
        <p:spPr>
          <a:xfrm flipH="1">
            <a:off x="2766" y="3242663"/>
            <a:ext cx="9144000" cy="3615334"/>
          </a:xfrm>
          <a:prstGeom prst="rect">
            <a:avLst/>
          </a:prstGeom>
        </p:spPr>
      </p:pic>
      <p:sp>
        <p:nvSpPr>
          <p:cNvPr id="9" name="Rectangle 8"/>
          <p:cNvSpPr/>
          <p:nvPr userDrawn="1"/>
        </p:nvSpPr>
        <p:spPr>
          <a:xfrm>
            <a:off x="-3" y="0"/>
            <a:ext cx="9143999" cy="174043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496176" y="382676"/>
            <a:ext cx="3105481" cy="975083"/>
            <a:chOff x="2814452" y="4625522"/>
            <a:chExt cx="5459889" cy="1714337"/>
          </a:xfrm>
        </p:grpSpPr>
        <p:sp>
          <p:nvSpPr>
            <p:cNvPr id="11"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0" name="Text Placeholder 29"/>
          <p:cNvSpPr>
            <a:spLocks noGrp="1"/>
          </p:cNvSpPr>
          <p:nvPr>
            <p:ph type="body" sz="quarter" idx="13" hasCustomPrompt="1"/>
          </p:nvPr>
        </p:nvSpPr>
        <p:spPr>
          <a:xfrm>
            <a:off x="323135" y="1846263"/>
            <a:ext cx="8441453" cy="1241425"/>
          </a:xfrm>
        </p:spPr>
        <p:txBody>
          <a:bodyPr anchor="ctr" anchorCtr="0">
            <a:normAutofit/>
          </a:bodyPr>
          <a:lstStyle>
            <a:lvl1pPr marL="0" indent="0">
              <a:buNone/>
              <a:defRPr sz="4000" b="1">
                <a:solidFill>
                  <a:schemeClr val="bg1"/>
                </a:solidFill>
              </a:defRPr>
            </a:lvl1pPr>
          </a:lstStyle>
          <a:p>
            <a:pPr lvl="0"/>
            <a:r>
              <a:rPr lang="en-US" dirty="0"/>
              <a:t>CLICK TO ADD TEXT</a:t>
            </a:r>
          </a:p>
        </p:txBody>
      </p:sp>
    </p:spTree>
    <p:extLst>
      <p:ext uri="{BB962C8B-B14F-4D97-AF65-F5344CB8AC3E}">
        <p14:creationId xmlns:p14="http://schemas.microsoft.com/office/powerpoint/2010/main" val="2728903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3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0-#ppt_w/2"/>
                                          </p:val>
                                        </p:tav>
                                        <p:tav tm="100000">
                                          <p:val>
                                            <p:strVal val="#ppt_x"/>
                                          </p:val>
                                        </p:tav>
                                      </p:tavLst>
                                    </p:anim>
                                    <p:anim calcmode="lin" valueType="num">
                                      <p:cBhvr additive="base">
                                        <p:cTn id="8" dur="750" fill="hold"/>
                                        <p:tgtEl>
                                          <p:spTgt spid="7"/>
                                        </p:tgtEl>
                                        <p:attrNameLst>
                                          <p:attrName>ppt_y</p:attrName>
                                        </p:attrNameLst>
                                      </p:cBhvr>
                                      <p:tavLst>
                                        <p:tav tm="0">
                                          <p:val>
                                            <p:strVal val="#ppt_y"/>
                                          </p:val>
                                        </p:tav>
                                        <p:tav tm="100000">
                                          <p:val>
                                            <p:strVal val="#ppt_y"/>
                                          </p:val>
                                        </p:tav>
                                      </p:tavLst>
                                    </p:anim>
                                  </p:childTnLst>
                                </p:cTn>
                              </p:par>
                              <p:par>
                                <p:cTn id="9" presetID="2" presetClass="entr" presetSubtype="1" decel="10000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750" fill="hold"/>
                                        <p:tgtEl>
                                          <p:spTgt spid="6"/>
                                        </p:tgtEl>
                                        <p:attrNameLst>
                                          <p:attrName>ppt_x</p:attrName>
                                        </p:attrNameLst>
                                      </p:cBhvr>
                                      <p:tavLst>
                                        <p:tav tm="0">
                                          <p:val>
                                            <p:strVal val="#ppt_x"/>
                                          </p:val>
                                        </p:tav>
                                        <p:tav tm="100000">
                                          <p:val>
                                            <p:strVal val="#ppt_x"/>
                                          </p:val>
                                        </p:tav>
                                      </p:tavLst>
                                    </p:anim>
                                    <p:anim calcmode="lin" valueType="num">
                                      <p:cBhvr additive="base">
                                        <p:cTn id="12" dur="750" fill="hold"/>
                                        <p:tgtEl>
                                          <p:spTgt spid="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2">
    <p:spTree>
      <p:nvGrpSpPr>
        <p:cNvPr id="1" name=""/>
        <p:cNvGrpSpPr/>
        <p:nvPr/>
      </p:nvGrpSpPr>
      <p:grpSpPr>
        <a:xfrm>
          <a:off x="0" y="0"/>
          <a:ext cx="0" cy="0"/>
          <a:chOff x="0" y="0"/>
          <a:chExt cx="0" cy="0"/>
        </a:xfrm>
      </p:grpSpPr>
      <p:pic>
        <p:nvPicPr>
          <p:cNvPr id="53" name="Picture 52"/>
          <p:cNvPicPr>
            <a:picLocks noChangeAspect="1"/>
          </p:cNvPicPr>
          <p:nvPr userDrawn="1"/>
        </p:nvPicPr>
        <p:blipFill rotWithShape="1">
          <a:blip r:embed="rId2" cstate="print">
            <a:extLst>
              <a:ext uri="{28A0092B-C50C-407E-A947-70E740481C1C}">
                <a14:useLocalDpi xmlns:a14="http://schemas.microsoft.com/office/drawing/2010/main" val="0"/>
              </a:ext>
            </a:extLst>
          </a:blip>
          <a:srcRect l="6615" t="2065" r="80083" b="1471"/>
          <a:stretch/>
        </p:blipFill>
        <p:spPr>
          <a:xfrm rot="5400000">
            <a:off x="3820885" y="-2080448"/>
            <a:ext cx="1502227" cy="9143997"/>
          </a:xfrm>
          <a:prstGeom prst="rect">
            <a:avLst/>
          </a:prstGeom>
        </p:spPr>
      </p:pic>
      <p:pic>
        <p:nvPicPr>
          <p:cNvPr id="54" name="Picture 53"/>
          <p:cNvPicPr>
            <a:picLocks noChangeAspect="1"/>
          </p:cNvPicPr>
          <p:nvPr userDrawn="1"/>
        </p:nvPicPr>
        <p:blipFill rotWithShape="1">
          <a:blip r:embed="rId3" cstate="print">
            <a:extLst>
              <a:ext uri="{28A0092B-C50C-407E-A947-70E740481C1C}">
                <a14:useLocalDpi xmlns:a14="http://schemas.microsoft.com/office/drawing/2010/main" val="0"/>
              </a:ext>
            </a:extLst>
          </a:blip>
          <a:srcRect t="20282" b="20282"/>
          <a:stretch/>
        </p:blipFill>
        <p:spPr>
          <a:xfrm>
            <a:off x="0" y="3242662"/>
            <a:ext cx="9144000" cy="3623223"/>
          </a:xfrm>
          <a:prstGeom prst="rect">
            <a:avLst/>
          </a:prstGeom>
        </p:spPr>
      </p:pic>
      <p:sp>
        <p:nvSpPr>
          <p:cNvPr id="9" name="Rectangle 8"/>
          <p:cNvSpPr/>
          <p:nvPr userDrawn="1"/>
        </p:nvSpPr>
        <p:spPr>
          <a:xfrm>
            <a:off x="-3" y="0"/>
            <a:ext cx="9143999" cy="174043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496176" y="382676"/>
            <a:ext cx="3105481" cy="975083"/>
            <a:chOff x="2814452" y="4625522"/>
            <a:chExt cx="5459889" cy="1714337"/>
          </a:xfrm>
        </p:grpSpPr>
        <p:sp>
          <p:nvSpPr>
            <p:cNvPr id="11"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0" name="Text Placeholder 29"/>
          <p:cNvSpPr>
            <a:spLocks noGrp="1"/>
          </p:cNvSpPr>
          <p:nvPr>
            <p:ph type="body" sz="quarter" idx="13" hasCustomPrompt="1"/>
          </p:nvPr>
        </p:nvSpPr>
        <p:spPr>
          <a:xfrm>
            <a:off x="323135" y="1846263"/>
            <a:ext cx="8441453" cy="1241425"/>
          </a:xfrm>
        </p:spPr>
        <p:txBody>
          <a:bodyPr anchor="ctr" anchorCtr="0">
            <a:normAutofit/>
          </a:bodyPr>
          <a:lstStyle>
            <a:lvl1pPr marL="0" indent="0">
              <a:buNone/>
              <a:defRPr sz="4000" b="1">
                <a:solidFill>
                  <a:schemeClr val="bg1"/>
                </a:solidFill>
              </a:defRPr>
            </a:lvl1pPr>
          </a:lstStyle>
          <a:p>
            <a:pPr lvl="0"/>
            <a:r>
              <a:rPr lang="en-US" dirty="0"/>
              <a:t>CLICK TO ADD TEXT</a:t>
            </a:r>
          </a:p>
        </p:txBody>
      </p:sp>
    </p:spTree>
    <p:extLst>
      <p:ext uri="{BB962C8B-B14F-4D97-AF65-F5344CB8AC3E}">
        <p14:creationId xmlns:p14="http://schemas.microsoft.com/office/powerpoint/2010/main" val="1409891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750" fill="hold"/>
                                        <p:tgtEl>
                                          <p:spTgt spid="53"/>
                                        </p:tgtEl>
                                        <p:attrNameLst>
                                          <p:attrName>ppt_x</p:attrName>
                                        </p:attrNameLst>
                                      </p:cBhvr>
                                      <p:tavLst>
                                        <p:tav tm="0">
                                          <p:val>
                                            <p:strVal val="#ppt_x"/>
                                          </p:val>
                                        </p:tav>
                                        <p:tav tm="100000">
                                          <p:val>
                                            <p:strVal val="#ppt_x"/>
                                          </p:val>
                                        </p:tav>
                                      </p:tavLst>
                                    </p:anim>
                                    <p:anim calcmode="lin" valueType="num">
                                      <p:cBhvr additive="base">
                                        <p:cTn id="8" dur="750" fill="hold"/>
                                        <p:tgtEl>
                                          <p:spTgt spid="53"/>
                                        </p:tgtEl>
                                        <p:attrNameLst>
                                          <p:attrName>ppt_y</p:attrName>
                                        </p:attrNameLst>
                                      </p:cBhvr>
                                      <p:tavLst>
                                        <p:tav tm="0">
                                          <p:val>
                                            <p:strVal val="0-#ppt_h/2"/>
                                          </p:val>
                                        </p:tav>
                                        <p:tav tm="100000">
                                          <p:val>
                                            <p:strVal val="#ppt_y"/>
                                          </p:val>
                                        </p:tav>
                                      </p:tavLst>
                                    </p:anim>
                                  </p:childTnLst>
                                </p:cTn>
                              </p:par>
                              <p:par>
                                <p:cTn id="9" presetID="2" presetClass="entr" presetSubtype="8" decel="100000" fill="hold" nodeType="withEffect">
                                  <p:stCondLst>
                                    <p:cond delay="300"/>
                                  </p:stCondLst>
                                  <p:childTnLst>
                                    <p:set>
                                      <p:cBhvr>
                                        <p:cTn id="10" dur="1" fill="hold">
                                          <p:stCondLst>
                                            <p:cond delay="0"/>
                                          </p:stCondLst>
                                        </p:cTn>
                                        <p:tgtEl>
                                          <p:spTgt spid="54"/>
                                        </p:tgtEl>
                                        <p:attrNameLst>
                                          <p:attrName>style.visibility</p:attrName>
                                        </p:attrNameLst>
                                      </p:cBhvr>
                                      <p:to>
                                        <p:strVal val="visible"/>
                                      </p:to>
                                    </p:set>
                                    <p:anim calcmode="lin" valueType="num">
                                      <p:cBhvr additive="base">
                                        <p:cTn id="11" dur="750" fill="hold"/>
                                        <p:tgtEl>
                                          <p:spTgt spid="54"/>
                                        </p:tgtEl>
                                        <p:attrNameLst>
                                          <p:attrName>ppt_x</p:attrName>
                                        </p:attrNameLst>
                                      </p:cBhvr>
                                      <p:tavLst>
                                        <p:tav tm="0">
                                          <p:val>
                                            <p:strVal val="0-#ppt_w/2"/>
                                          </p:val>
                                        </p:tav>
                                        <p:tav tm="100000">
                                          <p:val>
                                            <p:strVal val="#ppt_x"/>
                                          </p:val>
                                        </p:tav>
                                      </p:tavLst>
                                    </p:anim>
                                    <p:anim calcmode="lin" valueType="num">
                                      <p:cBhvr additive="base">
                                        <p:cTn id="12" dur="750" fill="hold"/>
                                        <p:tgtEl>
                                          <p:spTgt spid="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Tree>
    <p:extLst>
      <p:ext uri="{BB962C8B-B14F-4D97-AF65-F5344CB8AC3E}">
        <p14:creationId xmlns:p14="http://schemas.microsoft.com/office/powerpoint/2010/main" val="3820702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380010" y="1481446"/>
            <a:ext cx="4009110" cy="4525963"/>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defRPr b="1">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7" name="Content Placeholder 2"/>
          <p:cNvSpPr>
            <a:spLocks noGrp="1"/>
          </p:cNvSpPr>
          <p:nvPr>
            <p:ph idx="13"/>
          </p:nvPr>
        </p:nvSpPr>
        <p:spPr>
          <a:xfrm>
            <a:off x="4644440" y="1481446"/>
            <a:ext cx="4009110" cy="4525963"/>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37227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8" name="Content Placeholder 5"/>
          <p:cNvSpPr>
            <a:spLocks noGrp="1"/>
          </p:cNvSpPr>
          <p:nvPr>
            <p:ph sz="quarter" idx="16" hasCustomPrompt="1"/>
          </p:nvPr>
        </p:nvSpPr>
        <p:spPr>
          <a:xfrm>
            <a:off x="4708408" y="1538839"/>
            <a:ext cx="4107743" cy="2416827"/>
          </a:xfrm>
        </p:spPr>
        <p:txBody>
          <a:bodyPr/>
          <a:lstStyle>
            <a:lvl1pPr marL="176213" indent="-176213" algn="l">
              <a:buClr>
                <a:schemeClr val="accent1"/>
              </a:buClr>
              <a:defRPr sz="2000"/>
            </a:lvl1pPr>
            <a:lvl2pPr marL="396875" indent="-223838" algn="l" defTabSz="452438">
              <a:defRPr sz="1800"/>
            </a:lvl2pPr>
            <a:lvl3pPr algn="l">
              <a:defRPr sz="1600"/>
            </a:lvl3pPr>
            <a:lvl4pPr algn="l">
              <a:defRPr sz="1400"/>
            </a:lvl4pPr>
            <a:lvl5pPr algn="l">
              <a:defRPr sz="1200"/>
            </a:lvl5pPr>
          </a:lstStyle>
          <a:p>
            <a:pPr lvl="0"/>
            <a:r>
              <a:rPr lang="en-US" dirty="0"/>
              <a:t>Click to edit Master text styles</a:t>
            </a:r>
          </a:p>
          <a:p>
            <a:pPr lvl="1"/>
            <a:r>
              <a:rPr lang="en-US" dirty="0"/>
              <a:t>Second level</a:t>
            </a:r>
          </a:p>
        </p:txBody>
      </p:sp>
      <p:sp>
        <p:nvSpPr>
          <p:cNvPr id="9" name="Content Placeholder 5"/>
          <p:cNvSpPr>
            <a:spLocks noGrp="1"/>
          </p:cNvSpPr>
          <p:nvPr>
            <p:ph sz="quarter" idx="17"/>
          </p:nvPr>
        </p:nvSpPr>
        <p:spPr>
          <a:xfrm>
            <a:off x="351116" y="1540358"/>
            <a:ext cx="4113904" cy="2415307"/>
          </a:xfrm>
        </p:spPr>
        <p:txBody>
          <a:bodyPr/>
          <a:lstStyle>
            <a:lvl1pPr marL="176213" indent="-176213" algn="l">
              <a:buClr>
                <a:schemeClr val="accent1"/>
              </a:buClr>
              <a:buFont typeface="Arial" panose="020B0604020202020204" pitchFamily="34" charset="0"/>
              <a:buChar char="•"/>
              <a:defRPr sz="2000"/>
            </a:lvl1pPr>
            <a:lvl2pPr marL="396875" indent="-223838" algn="l" defTabSz="452438">
              <a:buClr>
                <a:schemeClr val="accent1"/>
              </a:buClr>
              <a:defRPr sz="1800"/>
            </a:lvl2pPr>
            <a:lvl3pPr algn="l">
              <a:defRPr sz="1600"/>
            </a:lvl3pPr>
            <a:lvl4pPr algn="l">
              <a:defRPr sz="1400"/>
            </a:lvl4pPr>
            <a:lvl5pPr algn="l">
              <a:defRPr sz="1200"/>
            </a:lvl5pPr>
          </a:lstStyle>
          <a:p>
            <a:pPr lvl="0"/>
            <a:r>
              <a:rPr lang="en-US"/>
              <a:t>Edit Master text styles</a:t>
            </a:r>
          </a:p>
          <a:p>
            <a:pPr lvl="1"/>
            <a:r>
              <a:rPr lang="en-US"/>
              <a:t>Second level</a:t>
            </a:r>
          </a:p>
        </p:txBody>
      </p:sp>
      <p:sp>
        <p:nvSpPr>
          <p:cNvPr id="12" name="Content Placeholder 5"/>
          <p:cNvSpPr>
            <a:spLocks noGrp="1"/>
          </p:cNvSpPr>
          <p:nvPr>
            <p:ph sz="quarter" idx="18" hasCustomPrompt="1"/>
          </p:nvPr>
        </p:nvSpPr>
        <p:spPr>
          <a:xfrm>
            <a:off x="4708408" y="4099159"/>
            <a:ext cx="4107743" cy="2416827"/>
          </a:xfrm>
        </p:spPr>
        <p:txBody>
          <a:bodyPr/>
          <a:lstStyle>
            <a:lvl1pPr marL="176213" indent="-176213" algn="l">
              <a:buClr>
                <a:schemeClr val="accent1"/>
              </a:buClr>
              <a:defRPr sz="2000"/>
            </a:lvl1pPr>
            <a:lvl2pPr marL="396875" indent="-223838" algn="l" defTabSz="452438">
              <a:defRPr sz="1800"/>
            </a:lvl2pPr>
            <a:lvl3pPr algn="l">
              <a:defRPr sz="1600"/>
            </a:lvl3pPr>
            <a:lvl4pPr algn="l">
              <a:defRPr sz="1400"/>
            </a:lvl4pPr>
            <a:lvl5pPr algn="l">
              <a:defRPr sz="1200"/>
            </a:lvl5pPr>
          </a:lstStyle>
          <a:p>
            <a:pPr lvl="0"/>
            <a:r>
              <a:rPr lang="en-US" dirty="0"/>
              <a:t>Click to edit Master text styles</a:t>
            </a:r>
          </a:p>
          <a:p>
            <a:pPr lvl="1"/>
            <a:r>
              <a:rPr lang="en-US" dirty="0"/>
              <a:t>Second level</a:t>
            </a:r>
          </a:p>
        </p:txBody>
      </p:sp>
      <p:sp>
        <p:nvSpPr>
          <p:cNvPr id="13" name="Content Placeholder 5"/>
          <p:cNvSpPr>
            <a:spLocks noGrp="1"/>
          </p:cNvSpPr>
          <p:nvPr>
            <p:ph sz="quarter" idx="19"/>
          </p:nvPr>
        </p:nvSpPr>
        <p:spPr>
          <a:xfrm>
            <a:off x="351116" y="4100678"/>
            <a:ext cx="4113904" cy="2415307"/>
          </a:xfrm>
        </p:spPr>
        <p:txBody>
          <a:bodyPr/>
          <a:lstStyle>
            <a:lvl1pPr marL="176213" indent="-176213" algn="l">
              <a:buClr>
                <a:schemeClr val="accent1"/>
              </a:buClr>
              <a:buFont typeface="Arial" panose="020B0604020202020204" pitchFamily="34" charset="0"/>
              <a:buChar char="•"/>
              <a:defRPr sz="2000"/>
            </a:lvl1pPr>
            <a:lvl2pPr marL="396875" indent="-223838" algn="l" defTabSz="452438">
              <a:buClr>
                <a:schemeClr val="accent1"/>
              </a:buClr>
              <a:defRPr sz="1800"/>
            </a:lvl2pPr>
            <a:lvl3pPr algn="l">
              <a:defRPr sz="1600"/>
            </a:lvl3pPr>
            <a:lvl4pPr algn="l">
              <a:defRPr sz="1400"/>
            </a:lvl4pPr>
            <a:lvl5pPr algn="l">
              <a:defRPr sz="1200"/>
            </a:lvl5pPr>
          </a:lstStyle>
          <a:p>
            <a:pPr lvl="0"/>
            <a:r>
              <a:rPr lang="en-US"/>
              <a:t>Edit Master text styles</a:t>
            </a:r>
          </a:p>
          <a:p>
            <a:pPr lvl="1"/>
            <a:r>
              <a:rPr lang="en-US"/>
              <a:t>Second level</a:t>
            </a:r>
          </a:p>
        </p:txBody>
      </p:sp>
    </p:spTree>
    <p:extLst>
      <p:ext uri="{BB962C8B-B14F-4D97-AF65-F5344CB8AC3E}">
        <p14:creationId xmlns:p14="http://schemas.microsoft.com/office/powerpoint/2010/main" val="1352677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pic>
        <p:nvPicPr>
          <p:cNvPr id="24" name="Picture 23"/>
          <p:cNvPicPr>
            <a:picLocks noChangeAspect="1"/>
          </p:cNvPicPr>
          <p:nvPr userDrawn="1"/>
        </p:nvPicPr>
        <p:blipFill rotWithShape="1">
          <a:blip r:embed="rId2" cstate="print">
            <a:extLst>
              <a:ext uri="{28A0092B-C50C-407E-A947-70E740481C1C}">
                <a14:useLocalDpi xmlns:a14="http://schemas.microsoft.com/office/drawing/2010/main" val="0"/>
              </a:ext>
            </a:extLst>
          </a:blip>
          <a:srcRect t="91557" b="649"/>
          <a:stretch/>
        </p:blipFill>
        <p:spPr>
          <a:xfrm>
            <a:off x="-1" y="6259484"/>
            <a:ext cx="9144002" cy="598516"/>
          </a:xfrm>
          <a:prstGeom prst="rect">
            <a:avLst/>
          </a:prstGeom>
        </p:spPr>
      </p:pic>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46" name="Content Placeholder 45"/>
          <p:cNvSpPr>
            <a:spLocks noGrp="1"/>
          </p:cNvSpPr>
          <p:nvPr>
            <p:ph sz="quarter" idx="13"/>
          </p:nvPr>
        </p:nvSpPr>
        <p:spPr>
          <a:xfrm>
            <a:off x="157163" y="133350"/>
            <a:ext cx="8826500" cy="5951538"/>
          </a:xfrm>
        </p:spPr>
        <p:txBody>
          <a:bodyPr/>
          <a:lstStyle>
            <a:lvl1pPr marL="0" indent="0">
              <a:buNone/>
              <a:defRPr/>
            </a:lvl1pPr>
          </a:lstStyle>
          <a:p>
            <a:pPr lvl="0"/>
            <a:r>
              <a:rPr lang="en-US"/>
              <a:t>Edit Master text styles</a:t>
            </a:r>
          </a:p>
        </p:txBody>
      </p:sp>
    </p:spTree>
    <p:extLst>
      <p:ext uri="{BB962C8B-B14F-4D97-AF65-F5344CB8AC3E}">
        <p14:creationId xmlns:p14="http://schemas.microsoft.com/office/powerpoint/2010/main" val="1626810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 white">
    <p:spTree>
      <p:nvGrpSpPr>
        <p:cNvPr id="1" name=""/>
        <p:cNvGrpSpPr/>
        <p:nvPr/>
      </p:nvGrpSpPr>
      <p:grpSpPr>
        <a:xfrm>
          <a:off x="0" y="0"/>
          <a:ext cx="0" cy="0"/>
          <a:chOff x="0" y="0"/>
          <a:chExt cx="0" cy="0"/>
        </a:xfrm>
      </p:grpSpPr>
      <p:sp>
        <p:nvSpPr>
          <p:cNvPr id="4" name="Rectangle 3"/>
          <p:cNvSpPr/>
          <p:nvPr userDrawn="1"/>
        </p:nvSpPr>
        <p:spPr>
          <a:xfrm>
            <a:off x="0" y="0"/>
            <a:ext cx="9144000" cy="121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lvl1pPr>
              <a:defRPr baseline="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grpSp>
        <p:nvGrpSpPr>
          <p:cNvPr id="7" name="Group 6"/>
          <p:cNvGrpSpPr/>
          <p:nvPr userDrawn="1"/>
        </p:nvGrpSpPr>
        <p:grpSpPr>
          <a:xfrm>
            <a:off x="7264458" y="365740"/>
            <a:ext cx="1553307" cy="487719"/>
            <a:chOff x="7264458" y="365740"/>
            <a:chExt cx="1553307" cy="487719"/>
          </a:xfrm>
        </p:grpSpPr>
        <p:sp>
          <p:nvSpPr>
            <p:cNvPr id="8" name="Freeform 6"/>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0"/>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1"/>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2"/>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3"/>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4"/>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5"/>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6"/>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7"/>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8"/>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9"/>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20"/>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1"/>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2"/>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3"/>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964137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_Title Only">
    <p:spTree>
      <p:nvGrpSpPr>
        <p:cNvPr id="1" name=""/>
        <p:cNvGrpSpPr/>
        <p:nvPr/>
      </p:nvGrpSpPr>
      <p:grpSpPr>
        <a:xfrm>
          <a:off x="0" y="0"/>
          <a:ext cx="0" cy="0"/>
          <a:chOff x="0" y="0"/>
          <a:chExt cx="0" cy="0"/>
        </a:xfrm>
      </p:grpSpPr>
      <p:pic>
        <p:nvPicPr>
          <p:cNvPr id="24" name="Picture 23"/>
          <p:cNvPicPr>
            <a:picLocks noChangeAspect="1"/>
          </p:cNvPicPr>
          <p:nvPr userDrawn="1"/>
        </p:nvPicPr>
        <p:blipFill rotWithShape="1">
          <a:blip r:embed="rId2" cstate="print">
            <a:extLst>
              <a:ext uri="{28A0092B-C50C-407E-A947-70E740481C1C}">
                <a14:useLocalDpi xmlns:a14="http://schemas.microsoft.com/office/drawing/2010/main" val="0"/>
              </a:ext>
            </a:extLst>
          </a:blip>
          <a:srcRect t="91557" b="649"/>
          <a:stretch/>
        </p:blipFill>
        <p:spPr>
          <a:xfrm>
            <a:off x="-1" y="6259484"/>
            <a:ext cx="9144002" cy="598516"/>
          </a:xfrm>
          <a:prstGeom prst="rect">
            <a:avLst/>
          </a:prstGeom>
        </p:spPr>
      </p:pic>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3" name="SmartArt Placeholder 2"/>
          <p:cNvSpPr>
            <a:spLocks noGrp="1"/>
          </p:cNvSpPr>
          <p:nvPr>
            <p:ph type="dgm" sz="quarter" idx="13"/>
          </p:nvPr>
        </p:nvSpPr>
        <p:spPr>
          <a:xfrm>
            <a:off x="133350" y="125413"/>
            <a:ext cx="8850313" cy="6008687"/>
          </a:xfrm>
        </p:spPr>
        <p:txBody>
          <a:bodyPr/>
          <a:lstStyle/>
          <a:p>
            <a:r>
              <a:rPr lang="en-US"/>
              <a:t>Click icon to add SmartArt graphic</a:t>
            </a:r>
          </a:p>
        </p:txBody>
      </p:sp>
    </p:spTree>
    <p:extLst>
      <p:ext uri="{BB962C8B-B14F-4D97-AF65-F5344CB8AC3E}">
        <p14:creationId xmlns:p14="http://schemas.microsoft.com/office/powerpoint/2010/main" val="2998561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2_Title Only">
    <p:spTree>
      <p:nvGrpSpPr>
        <p:cNvPr id="1" name=""/>
        <p:cNvGrpSpPr/>
        <p:nvPr/>
      </p:nvGrpSpPr>
      <p:grpSpPr>
        <a:xfrm>
          <a:off x="0" y="0"/>
          <a:ext cx="0" cy="0"/>
          <a:chOff x="0" y="0"/>
          <a:chExt cx="0" cy="0"/>
        </a:xfrm>
      </p:grpSpPr>
      <p:sp>
        <p:nvSpPr>
          <p:cNvPr id="2" name="Rectangle 1"/>
          <p:cNvSpPr/>
          <p:nvPr userDrawn="1"/>
        </p:nvSpPr>
        <p:spPr>
          <a:xfrm>
            <a:off x="0" y="6251171"/>
            <a:ext cx="9144000" cy="6068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7765" y="6367323"/>
            <a:ext cx="1260213" cy="394766"/>
          </a:xfrm>
          <a:prstGeom prst="rect">
            <a:avLst/>
          </a:prstGeom>
        </p:spPr>
      </p:pic>
      <p:sp>
        <p:nvSpPr>
          <p:cNvPr id="7" name="Title 1"/>
          <p:cNvSpPr>
            <a:spLocks noGrp="1"/>
          </p:cNvSpPr>
          <p:nvPr>
            <p:ph type="title"/>
          </p:nvPr>
        </p:nvSpPr>
        <p:spPr>
          <a:xfrm>
            <a:off x="380010" y="-4950"/>
            <a:ext cx="8383980" cy="844535"/>
          </a:xfrm>
        </p:spPr>
        <p:txBody>
          <a:bodyPr/>
          <a:lstStyle>
            <a:lvl1pPr>
              <a:defRPr baseline="0">
                <a:solidFill>
                  <a:schemeClr val="accent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8" name="Content Placeholder 2"/>
          <p:cNvSpPr>
            <a:spLocks noGrp="1"/>
          </p:cNvSpPr>
          <p:nvPr>
            <p:ph idx="1"/>
          </p:nvPr>
        </p:nvSpPr>
        <p:spPr>
          <a:xfrm>
            <a:off x="380010" y="1097280"/>
            <a:ext cx="8383980" cy="4910129"/>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302513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4" name="Rectangle 3"/>
          <p:cNvSpPr/>
          <p:nvPr userDrawn="1"/>
        </p:nvSpPr>
        <p:spPr>
          <a:xfrm flipV="1">
            <a:off x="0" y="1219200"/>
            <a:ext cx="9144000" cy="563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p:cNvSpPr/>
          <p:nvPr userDrawn="1"/>
        </p:nvSpPr>
        <p:spPr>
          <a:xfrm>
            <a:off x="0" y="0"/>
            <a:ext cx="9144000" cy="121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lvl1pPr>
              <a:defRPr baseline="0">
                <a:solidFill>
                  <a:schemeClr val="tx2"/>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grpSp>
        <p:nvGrpSpPr>
          <p:cNvPr id="3" name="Group 2"/>
          <p:cNvGrpSpPr/>
          <p:nvPr userDrawn="1"/>
        </p:nvGrpSpPr>
        <p:grpSpPr>
          <a:xfrm>
            <a:off x="7264458" y="365740"/>
            <a:ext cx="1553307" cy="487719"/>
            <a:chOff x="7264458" y="365740"/>
            <a:chExt cx="1553307" cy="487719"/>
          </a:xfrm>
        </p:grpSpPr>
        <p:sp>
          <p:nvSpPr>
            <p:cNvPr id="8" name="Freeform 6"/>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0"/>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1"/>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2"/>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3"/>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4"/>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5"/>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6"/>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7"/>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8"/>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9"/>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20"/>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1"/>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2"/>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3"/>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3385316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3"/>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Tree>
    <p:extLst>
      <p:ext uri="{BB962C8B-B14F-4D97-AF65-F5344CB8AC3E}">
        <p14:creationId xmlns:p14="http://schemas.microsoft.com/office/powerpoint/2010/main" val="37251198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Title Only">
  <p:cSld name="4_Title Only">
    <p:spTree>
      <p:nvGrpSpPr>
        <p:cNvPr id="1" name="Shape 168"/>
        <p:cNvGrpSpPr/>
        <p:nvPr/>
      </p:nvGrpSpPr>
      <p:grpSpPr>
        <a:xfrm>
          <a:off x="0" y="0"/>
          <a:ext cx="0" cy="0"/>
          <a:chOff x="0" y="0"/>
          <a:chExt cx="0" cy="0"/>
        </a:xfrm>
      </p:grpSpPr>
      <p:pic>
        <p:nvPicPr>
          <p:cNvPr id="169" name="Google Shape;169;p10"/>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70" name="Google Shape;170;p1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71" name="Google Shape;171;p10"/>
          <p:cNvSpPr txBox="1">
            <a:spLocks noGrp="1"/>
          </p:cNvSpPr>
          <p:nvPr>
            <p:ph type="body" idx="1"/>
          </p:nvPr>
        </p:nvSpPr>
        <p:spPr>
          <a:xfrm>
            <a:off x="157163" y="133350"/>
            <a:ext cx="8826500" cy="5951538"/>
          </a:xfrm>
          <a:prstGeom prst="rect">
            <a:avLst/>
          </a:prstGeom>
          <a:noFill/>
          <a:ln>
            <a:noFill/>
          </a:ln>
        </p:spPr>
        <p:txBody>
          <a:bodyPr spcFirstLastPara="1" wrap="square" lIns="91425" tIns="45700" rIns="91425" bIns="45700" anchor="t" anchorCtr="0"/>
          <a:lstStyle>
            <a:lvl1pPr marL="457200" lvl="0" indent="-228600" algn="l">
              <a:spcBef>
                <a:spcPts val="560"/>
              </a:spcBef>
              <a:spcAft>
                <a:spcPts val="0"/>
              </a:spcAft>
              <a:buSzPts val="2800"/>
              <a:buNone/>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6190149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Title Only" preserve="1" userDrawn="1">
  <p:cSld name="Section_Title">
    <p:spTree>
      <p:nvGrpSpPr>
        <p:cNvPr id="1" name="Shape 168"/>
        <p:cNvGrpSpPr/>
        <p:nvPr/>
      </p:nvGrpSpPr>
      <p:grpSpPr>
        <a:xfrm>
          <a:off x="0" y="0"/>
          <a:ext cx="0" cy="0"/>
          <a:chOff x="0" y="0"/>
          <a:chExt cx="0" cy="0"/>
        </a:xfrm>
      </p:grpSpPr>
      <p:pic>
        <p:nvPicPr>
          <p:cNvPr id="169" name="Google Shape;169;p10"/>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70" name="Google Shape;170;p1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 name="Title 1">
            <a:extLst>
              <a:ext uri="{FF2B5EF4-FFF2-40B4-BE49-F238E27FC236}">
                <a16:creationId xmlns:a16="http://schemas.microsoft.com/office/drawing/2014/main" id="{8A3E5519-BCE2-45F2-2CB8-0E6D0DAEE480}"/>
              </a:ext>
            </a:extLst>
          </p:cNvPr>
          <p:cNvSpPr>
            <a:spLocks noGrp="1"/>
          </p:cNvSpPr>
          <p:nvPr>
            <p:ph type="title"/>
          </p:nvPr>
        </p:nvSpPr>
        <p:spPr>
          <a:xfrm>
            <a:off x="1460664" y="2816925"/>
            <a:ext cx="6222671" cy="1224150"/>
          </a:xfrm>
        </p:spPr>
        <p:txBody>
          <a:bodyPr/>
          <a:lstStyle>
            <a:lvl1pPr algn="ctr">
              <a:defRPr baseline="0">
                <a:solidFill>
                  <a:schemeClr val="tx2"/>
                </a:solidFill>
                <a:latin typeface="Arial" panose="020B0604020202020204" pitchFamily="34" charset="0"/>
                <a:cs typeface="Arial" panose="020B0604020202020204" pitchFamily="34" charset="0"/>
              </a:defRPr>
            </a:lvl1pPr>
          </a:lstStyle>
          <a:p>
            <a:r>
              <a:rPr lang="en-US" dirty="0"/>
              <a:t>Click to edit Master title style</a:t>
            </a:r>
          </a:p>
        </p:txBody>
      </p:sp>
      <p:grpSp>
        <p:nvGrpSpPr>
          <p:cNvPr id="3" name="Group 2">
            <a:extLst>
              <a:ext uri="{FF2B5EF4-FFF2-40B4-BE49-F238E27FC236}">
                <a16:creationId xmlns:a16="http://schemas.microsoft.com/office/drawing/2014/main" id="{C619CA9B-AF8F-87A7-664B-F95C0134414C}"/>
              </a:ext>
            </a:extLst>
          </p:cNvPr>
          <p:cNvGrpSpPr/>
          <p:nvPr userDrawn="1"/>
        </p:nvGrpSpPr>
        <p:grpSpPr>
          <a:xfrm>
            <a:off x="6681759" y="0"/>
            <a:ext cx="2462241" cy="773113"/>
            <a:chOff x="7264458" y="365740"/>
            <a:chExt cx="1553307" cy="487719"/>
          </a:xfrm>
        </p:grpSpPr>
        <p:sp>
          <p:nvSpPr>
            <p:cNvPr id="4" name="Freeform 6">
              <a:extLst>
                <a:ext uri="{FF2B5EF4-FFF2-40B4-BE49-F238E27FC236}">
                  <a16:creationId xmlns:a16="http://schemas.microsoft.com/office/drawing/2014/main" id="{2A9D49A4-C029-2001-5A0F-3F2082CAD22E}"/>
                </a:ext>
              </a:extLst>
            </p:cNvPr>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 name="Freeform 7">
              <a:extLst>
                <a:ext uri="{FF2B5EF4-FFF2-40B4-BE49-F238E27FC236}">
                  <a16:creationId xmlns:a16="http://schemas.microsoft.com/office/drawing/2014/main" id="{89A9B437-540E-333F-9B54-390C0EE61585}"/>
                </a:ext>
              </a:extLst>
            </p:cNvPr>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 name="Freeform 8">
              <a:extLst>
                <a:ext uri="{FF2B5EF4-FFF2-40B4-BE49-F238E27FC236}">
                  <a16:creationId xmlns:a16="http://schemas.microsoft.com/office/drawing/2014/main" id="{645A3999-205C-7640-E332-1C3336AC3CE2}"/>
                </a:ext>
              </a:extLst>
            </p:cNvPr>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 name="Freeform 9">
              <a:extLst>
                <a:ext uri="{FF2B5EF4-FFF2-40B4-BE49-F238E27FC236}">
                  <a16:creationId xmlns:a16="http://schemas.microsoft.com/office/drawing/2014/main" id="{B55F5EA6-ACB4-F73B-8708-83192579DBBB}"/>
                </a:ext>
              </a:extLst>
            </p:cNvPr>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 name="Freeform 10">
              <a:extLst>
                <a:ext uri="{FF2B5EF4-FFF2-40B4-BE49-F238E27FC236}">
                  <a16:creationId xmlns:a16="http://schemas.microsoft.com/office/drawing/2014/main" id="{F2B4DF57-055A-A5B3-F9EA-D5A8751833BE}"/>
                </a:ext>
              </a:extLst>
            </p:cNvPr>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11">
              <a:extLst>
                <a:ext uri="{FF2B5EF4-FFF2-40B4-BE49-F238E27FC236}">
                  <a16:creationId xmlns:a16="http://schemas.microsoft.com/office/drawing/2014/main" id="{2D5EF9E0-0962-BE13-EA0D-E37FC7AD8645}"/>
                </a:ext>
              </a:extLst>
            </p:cNvPr>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12">
              <a:extLst>
                <a:ext uri="{FF2B5EF4-FFF2-40B4-BE49-F238E27FC236}">
                  <a16:creationId xmlns:a16="http://schemas.microsoft.com/office/drawing/2014/main" id="{EB24C6E3-9AC5-E695-8BED-7BE61A5CB631}"/>
                </a:ext>
              </a:extLst>
            </p:cNvPr>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13">
              <a:extLst>
                <a:ext uri="{FF2B5EF4-FFF2-40B4-BE49-F238E27FC236}">
                  <a16:creationId xmlns:a16="http://schemas.microsoft.com/office/drawing/2014/main" id="{47756FA6-C29B-BFEB-7653-543BD807F2D1}"/>
                </a:ext>
              </a:extLst>
            </p:cNvPr>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4">
              <a:extLst>
                <a:ext uri="{FF2B5EF4-FFF2-40B4-BE49-F238E27FC236}">
                  <a16:creationId xmlns:a16="http://schemas.microsoft.com/office/drawing/2014/main" id="{38A89EE8-B866-AAED-26C2-BE18B4FBF047}"/>
                </a:ext>
              </a:extLst>
            </p:cNvPr>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5">
              <a:extLst>
                <a:ext uri="{FF2B5EF4-FFF2-40B4-BE49-F238E27FC236}">
                  <a16:creationId xmlns:a16="http://schemas.microsoft.com/office/drawing/2014/main" id="{5DB3E0E0-34C3-52AE-7CD3-F1AB984B2625}"/>
                </a:ext>
              </a:extLst>
            </p:cNvPr>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6">
              <a:extLst>
                <a:ext uri="{FF2B5EF4-FFF2-40B4-BE49-F238E27FC236}">
                  <a16:creationId xmlns:a16="http://schemas.microsoft.com/office/drawing/2014/main" id="{F6622341-E269-B3DE-12CB-68A866A7FB21}"/>
                </a:ext>
              </a:extLst>
            </p:cNvPr>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7">
              <a:extLst>
                <a:ext uri="{FF2B5EF4-FFF2-40B4-BE49-F238E27FC236}">
                  <a16:creationId xmlns:a16="http://schemas.microsoft.com/office/drawing/2014/main" id="{62B18E42-6F06-C998-AC7F-4559FE8283A9}"/>
                </a:ext>
              </a:extLst>
            </p:cNvPr>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8">
              <a:extLst>
                <a:ext uri="{FF2B5EF4-FFF2-40B4-BE49-F238E27FC236}">
                  <a16:creationId xmlns:a16="http://schemas.microsoft.com/office/drawing/2014/main" id="{9889642E-9A28-1238-56CF-BB1CC02E4B25}"/>
                </a:ext>
              </a:extLst>
            </p:cNvPr>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9">
              <a:extLst>
                <a:ext uri="{FF2B5EF4-FFF2-40B4-BE49-F238E27FC236}">
                  <a16:creationId xmlns:a16="http://schemas.microsoft.com/office/drawing/2014/main" id="{DB97D7BD-2CAD-CF0D-7625-C390C88021E8}"/>
                </a:ext>
              </a:extLst>
            </p:cNvPr>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20">
              <a:extLst>
                <a:ext uri="{FF2B5EF4-FFF2-40B4-BE49-F238E27FC236}">
                  <a16:creationId xmlns:a16="http://schemas.microsoft.com/office/drawing/2014/main" id="{51BD1B0C-B2D3-C1B8-799E-D42AB3B0AA35}"/>
                </a:ext>
              </a:extLst>
            </p:cNvPr>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21">
              <a:extLst>
                <a:ext uri="{FF2B5EF4-FFF2-40B4-BE49-F238E27FC236}">
                  <a16:creationId xmlns:a16="http://schemas.microsoft.com/office/drawing/2014/main" id="{403D9FBC-D098-4A6C-D21D-AD6C28E57C49}"/>
                </a:ext>
              </a:extLst>
            </p:cNvPr>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22">
              <a:extLst>
                <a:ext uri="{FF2B5EF4-FFF2-40B4-BE49-F238E27FC236}">
                  <a16:creationId xmlns:a16="http://schemas.microsoft.com/office/drawing/2014/main" id="{01D3E76D-1730-AFA4-D967-418E4B74EA68}"/>
                </a:ext>
              </a:extLst>
            </p:cNvPr>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23">
              <a:extLst>
                <a:ext uri="{FF2B5EF4-FFF2-40B4-BE49-F238E27FC236}">
                  <a16:creationId xmlns:a16="http://schemas.microsoft.com/office/drawing/2014/main" id="{912810A0-76DC-7E83-8BFC-C1A4F60F8D89}"/>
                </a:ext>
              </a:extLst>
            </p:cNvPr>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513258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9144000" cy="1219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p:cNvGrpSpPr/>
          <p:nvPr userDrawn="1"/>
        </p:nvGrpSpPr>
        <p:grpSpPr>
          <a:xfrm>
            <a:off x="7264458" y="365740"/>
            <a:ext cx="1553307" cy="487719"/>
            <a:chOff x="166688" y="-3240088"/>
            <a:chExt cx="9136063" cy="2868613"/>
          </a:xfrm>
        </p:grpSpPr>
        <p:sp>
          <p:nvSpPr>
            <p:cNvPr id="12" name="Freeform 6"/>
            <p:cNvSpPr>
              <a:spLocks noEditPoints="1"/>
            </p:cNvSpPr>
            <p:nvPr userDrawn="1"/>
          </p:nvSpPr>
          <p:spPr bwMode="auto">
            <a:xfrm>
              <a:off x="166688" y="-1244600"/>
              <a:ext cx="876300" cy="850900"/>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7"/>
            <p:cNvSpPr>
              <a:spLocks/>
            </p:cNvSpPr>
            <p:nvPr userDrawn="1"/>
          </p:nvSpPr>
          <p:spPr bwMode="auto">
            <a:xfrm>
              <a:off x="1258888" y="-1244600"/>
              <a:ext cx="774700" cy="850900"/>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8"/>
            <p:cNvSpPr>
              <a:spLocks/>
            </p:cNvSpPr>
            <p:nvPr userDrawn="1"/>
          </p:nvSpPr>
          <p:spPr bwMode="auto">
            <a:xfrm>
              <a:off x="2219326" y="-1244600"/>
              <a:ext cx="906463" cy="850900"/>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9"/>
            <p:cNvSpPr>
              <a:spLocks noEditPoints="1"/>
            </p:cNvSpPr>
            <p:nvPr userDrawn="1"/>
          </p:nvSpPr>
          <p:spPr bwMode="auto">
            <a:xfrm>
              <a:off x="3125788" y="-1244600"/>
              <a:ext cx="1017588" cy="850900"/>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0"/>
            <p:cNvSpPr>
              <a:spLocks/>
            </p:cNvSpPr>
            <p:nvPr userDrawn="1"/>
          </p:nvSpPr>
          <p:spPr bwMode="auto">
            <a:xfrm>
              <a:off x="4106863" y="-1244600"/>
              <a:ext cx="928688" cy="850900"/>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1"/>
            <p:cNvSpPr>
              <a:spLocks/>
            </p:cNvSpPr>
            <p:nvPr userDrawn="1"/>
          </p:nvSpPr>
          <p:spPr bwMode="auto">
            <a:xfrm>
              <a:off x="5214938" y="-1244600"/>
              <a:ext cx="906463" cy="873125"/>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2"/>
            <p:cNvSpPr>
              <a:spLocks noEditPoints="1"/>
            </p:cNvSpPr>
            <p:nvPr userDrawn="1"/>
          </p:nvSpPr>
          <p:spPr bwMode="auto">
            <a:xfrm>
              <a:off x="6384926" y="-1244600"/>
              <a:ext cx="873125" cy="850900"/>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3"/>
            <p:cNvSpPr>
              <a:spLocks/>
            </p:cNvSpPr>
            <p:nvPr userDrawn="1"/>
          </p:nvSpPr>
          <p:spPr bwMode="auto">
            <a:xfrm>
              <a:off x="7477126" y="-1244600"/>
              <a:ext cx="774700" cy="850900"/>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4"/>
            <p:cNvSpPr>
              <a:spLocks/>
            </p:cNvSpPr>
            <p:nvPr userDrawn="1"/>
          </p:nvSpPr>
          <p:spPr bwMode="auto">
            <a:xfrm>
              <a:off x="3233738" y="-1751013"/>
              <a:ext cx="152400" cy="146050"/>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5"/>
            <p:cNvSpPr>
              <a:spLocks/>
            </p:cNvSpPr>
            <p:nvPr userDrawn="1"/>
          </p:nvSpPr>
          <p:spPr bwMode="auto">
            <a:xfrm>
              <a:off x="3719513" y="-2219325"/>
              <a:ext cx="219075" cy="263525"/>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6"/>
            <p:cNvSpPr>
              <a:spLocks/>
            </p:cNvSpPr>
            <p:nvPr userDrawn="1"/>
          </p:nvSpPr>
          <p:spPr bwMode="auto">
            <a:xfrm>
              <a:off x="4289426" y="-2582863"/>
              <a:ext cx="222250" cy="407988"/>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7"/>
            <p:cNvSpPr>
              <a:spLocks/>
            </p:cNvSpPr>
            <p:nvPr userDrawn="1"/>
          </p:nvSpPr>
          <p:spPr bwMode="auto">
            <a:xfrm>
              <a:off x="4910138" y="-2876550"/>
              <a:ext cx="188913" cy="561975"/>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8"/>
            <p:cNvSpPr>
              <a:spLocks/>
            </p:cNvSpPr>
            <p:nvPr userDrawn="1"/>
          </p:nvSpPr>
          <p:spPr bwMode="auto">
            <a:xfrm>
              <a:off x="5541963" y="-3081338"/>
              <a:ext cx="174625" cy="70326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19"/>
            <p:cNvSpPr>
              <a:spLocks/>
            </p:cNvSpPr>
            <p:nvPr userDrawn="1"/>
          </p:nvSpPr>
          <p:spPr bwMode="auto">
            <a:xfrm>
              <a:off x="6140451" y="-3203575"/>
              <a:ext cx="271463" cy="83185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0"/>
            <p:cNvSpPr>
              <a:spLocks/>
            </p:cNvSpPr>
            <p:nvPr userDrawn="1"/>
          </p:nvSpPr>
          <p:spPr bwMode="auto">
            <a:xfrm>
              <a:off x="6724651" y="-3240088"/>
              <a:ext cx="404813" cy="95091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1"/>
            <p:cNvSpPr>
              <a:spLocks/>
            </p:cNvSpPr>
            <p:nvPr userDrawn="1"/>
          </p:nvSpPr>
          <p:spPr bwMode="auto">
            <a:xfrm>
              <a:off x="7299326" y="-3173413"/>
              <a:ext cx="558800" cy="1039813"/>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2"/>
            <p:cNvSpPr>
              <a:spLocks/>
            </p:cNvSpPr>
            <p:nvPr userDrawn="1"/>
          </p:nvSpPr>
          <p:spPr bwMode="auto">
            <a:xfrm>
              <a:off x="7864476" y="-3006725"/>
              <a:ext cx="720725" cy="1103313"/>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 name="Freeform 23"/>
            <p:cNvSpPr>
              <a:spLocks/>
            </p:cNvSpPr>
            <p:nvPr userDrawn="1"/>
          </p:nvSpPr>
          <p:spPr bwMode="auto">
            <a:xfrm>
              <a:off x="8393113" y="-2740025"/>
              <a:ext cx="909638" cy="1138238"/>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 name="Text Placeholder 2"/>
          <p:cNvSpPr>
            <a:spLocks noGrp="1"/>
          </p:cNvSpPr>
          <p:nvPr userDrawn="1">
            <p:ph type="body" idx="1"/>
          </p:nvPr>
        </p:nvSpPr>
        <p:spPr>
          <a:xfrm>
            <a:off x="380010" y="1481446"/>
            <a:ext cx="838398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userDrawn="1">
            <p:ph type="sldNum" sz="quarter" idx="4"/>
          </p:nvPr>
        </p:nvSpPr>
        <p:spPr>
          <a:xfrm>
            <a:off x="8122757" y="6363712"/>
            <a:ext cx="861671" cy="365125"/>
          </a:xfrm>
          <a:prstGeom prst="rect">
            <a:avLst/>
          </a:prstGeom>
        </p:spPr>
        <p:txBody>
          <a:bodyPr vert="horz" lIns="91440" tIns="45720" rIns="91440" bIns="45720" rtlCol="0" anchor="ctr"/>
          <a:lstStyle>
            <a:lvl1pPr algn="r">
              <a:defRPr sz="1200" b="0">
                <a:solidFill>
                  <a:schemeClr val="accent2"/>
                </a:solidFill>
              </a:defRPr>
            </a:lvl1pPr>
          </a:lstStyle>
          <a:p>
            <a:fld id="{F6728BC2-ACA3-447C-A909-F3F49211C066}" type="slidenum">
              <a:rPr lang="en-US" smtClean="0"/>
              <a:pPr/>
              <a:t>‹#›</a:t>
            </a:fld>
            <a:endParaRPr lang="en-US" dirty="0"/>
          </a:p>
        </p:txBody>
      </p:sp>
      <p:sp>
        <p:nvSpPr>
          <p:cNvPr id="2" name="Title Placeholder 1"/>
          <p:cNvSpPr>
            <a:spLocks noGrp="1"/>
          </p:cNvSpPr>
          <p:nvPr userDrawn="1">
            <p:ph type="title"/>
          </p:nvPr>
        </p:nvSpPr>
        <p:spPr>
          <a:xfrm>
            <a:off x="380010" y="-4950"/>
            <a:ext cx="6222671" cy="1224150"/>
          </a:xfrm>
          <a:prstGeom prst="rect">
            <a:avLst/>
          </a:prstGeom>
        </p:spPr>
        <p:txBody>
          <a:bodyPr vert="horz" lIns="91440" tIns="45720" rIns="91440" bIns="45720" rtlCol="0" anchor="ctr">
            <a:noAutofit/>
          </a:bodyPr>
          <a:lstStyle/>
          <a:p>
            <a:r>
              <a:rPr lang="en-US"/>
              <a:t>Click to edit Master title style</a:t>
            </a:r>
            <a:endParaRPr lang="en-US" dirty="0"/>
          </a:p>
        </p:txBody>
      </p:sp>
    </p:spTree>
    <p:extLst>
      <p:ext uri="{BB962C8B-B14F-4D97-AF65-F5344CB8AC3E}">
        <p14:creationId xmlns:p14="http://schemas.microsoft.com/office/powerpoint/2010/main" val="146004641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704" r:id="rId3"/>
    <p:sldLayoutId id="2147483705" r:id="rId4"/>
    <p:sldLayoutId id="2147483694" r:id="rId5"/>
    <p:sldLayoutId id="2147483698" r:id="rId6"/>
    <p:sldLayoutId id="2147483699" r:id="rId7"/>
    <p:sldLayoutId id="2147483695" r:id="rId8"/>
    <p:sldLayoutId id="2147483703" r:id="rId9"/>
    <p:sldLayoutId id="2147483701" r:id="rId10"/>
    <p:sldLayoutId id="2147483702" r:id="rId11"/>
    <p:sldLayoutId id="2147483696" r:id="rId12"/>
    <p:sldLayoutId id="2147483697" r:id="rId13"/>
    <p:sldLayoutId id="2147483706" r:id="rId14"/>
    <p:sldLayoutId id="2147483707" r:id="rId15"/>
  </p:sldLayoutIdLst>
  <p:hf hdr="0" ftr="0" dt="0"/>
  <p:txStyles>
    <p:titleStyle>
      <a:lvl1pPr algn="l" defTabSz="914400" rtl="0" eaLnBrk="1" latinLnBrk="0" hangingPunct="1">
        <a:spcBef>
          <a:spcPct val="0"/>
        </a:spcBef>
        <a:buNone/>
        <a:defRPr sz="2400" b="1" kern="1200" spc="100" baseline="0">
          <a:solidFill>
            <a:schemeClr val="bg1"/>
          </a:solidFill>
          <a:latin typeface="+mj-lt"/>
          <a:ea typeface="+mj-ea"/>
          <a:cs typeface="+mj-cs"/>
        </a:defRPr>
      </a:lvl1pPr>
    </p:titleStyle>
    <p:bodyStyle>
      <a:lvl1pPr marL="342900" indent="-342900" algn="l" defTabSz="914400" rtl="0" eaLnBrk="1" latinLnBrk="0" hangingPunct="1">
        <a:spcBef>
          <a:spcPct val="20000"/>
        </a:spcBef>
        <a:buClr>
          <a:schemeClr val="accent1"/>
        </a:buClr>
        <a:buFont typeface="Arial" panose="020B0604020202020204" pitchFamily="34" charset="0"/>
        <a:buChar char="•"/>
        <a:defRPr sz="2800" kern="1200">
          <a:solidFill>
            <a:schemeClr val="tx2"/>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hyperlink" Target="https://docs.python.org/3/library/unittest.html" TargetMode="External"/><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lang="en-US"/>
          </a:p>
        </p:txBody>
      </p:sp>
      <p:sp>
        <p:nvSpPr>
          <p:cNvPr id="5" name="Title 4">
            <a:extLst>
              <a:ext uri="{FF2B5EF4-FFF2-40B4-BE49-F238E27FC236}">
                <a16:creationId xmlns:a16="http://schemas.microsoft.com/office/drawing/2014/main" id="{07A1EBCD-4831-59E4-AF54-61F13329BBE5}"/>
              </a:ext>
            </a:extLst>
          </p:cNvPr>
          <p:cNvSpPr>
            <a:spLocks noGrp="1"/>
          </p:cNvSpPr>
          <p:nvPr>
            <p:ph type="ctrTitle"/>
          </p:nvPr>
        </p:nvSpPr>
        <p:spPr/>
        <p:txBody>
          <a:bodyPr/>
          <a:lstStyle/>
          <a:p>
            <a:r>
              <a:rPr lang="en-US" dirty="0"/>
              <a:t>Python Testing</a:t>
            </a:r>
          </a:p>
        </p:txBody>
      </p:sp>
    </p:spTree>
    <p:extLst>
      <p:ext uri="{BB962C8B-B14F-4D97-AF65-F5344CB8AC3E}">
        <p14:creationId xmlns:p14="http://schemas.microsoft.com/office/powerpoint/2010/main" val="2393796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6728BC2-ACA3-447C-A909-F3F49211C066}" type="slidenum">
              <a:rPr lang="en-US" smtClean="0"/>
              <a:pPr/>
              <a:t>1</a:t>
            </a:fld>
            <a:endParaRPr lang="en-US" dirty="0"/>
          </a:p>
        </p:txBody>
      </p:sp>
      <p:sp>
        <p:nvSpPr>
          <p:cNvPr id="8" name="Title 7">
            <a:extLst>
              <a:ext uri="{FF2B5EF4-FFF2-40B4-BE49-F238E27FC236}">
                <a16:creationId xmlns:a16="http://schemas.microsoft.com/office/drawing/2014/main" id="{5C8A36B9-6DAA-9178-3579-608F2BF2314F}"/>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2FB6D359-271F-7BC2-20B4-ACE4AE76B86F}"/>
              </a:ext>
            </a:extLst>
          </p:cNvPr>
          <p:cNvSpPr>
            <a:spLocks noGrp="1"/>
          </p:cNvSpPr>
          <p:nvPr>
            <p:ph idx="1"/>
          </p:nvPr>
        </p:nvSpPr>
        <p:spPr/>
        <p:txBody>
          <a:bodyPr>
            <a:normAutofit/>
          </a:bodyPr>
          <a:lstStyle/>
          <a:p>
            <a:r>
              <a:rPr lang="en-US" dirty="0" err="1"/>
              <a:t>unittest</a:t>
            </a:r>
            <a:endParaRPr lang="en-US" dirty="0"/>
          </a:p>
          <a:p>
            <a:r>
              <a:rPr lang="en-US" dirty="0"/>
              <a:t>Intro to Assertion Methods</a:t>
            </a:r>
          </a:p>
          <a:p>
            <a:r>
              <a:rPr lang="en-US" dirty="0"/>
              <a:t>Text Fixtures</a:t>
            </a:r>
          </a:p>
          <a:p>
            <a:r>
              <a:rPr lang="en-US" dirty="0"/>
              <a:t>Validating Errors</a:t>
            </a:r>
          </a:p>
          <a:p>
            <a:r>
              <a:rPr lang="en-US" dirty="0"/>
              <a:t>Test Data</a:t>
            </a:r>
          </a:p>
          <a:p>
            <a:r>
              <a:rPr lang="en-US" dirty="0"/>
              <a:t>Mocking</a:t>
            </a:r>
          </a:p>
          <a:p>
            <a:endParaRPr lang="en-US" dirty="0"/>
          </a:p>
        </p:txBody>
      </p:sp>
    </p:spTree>
    <p:extLst>
      <p:ext uri="{BB962C8B-B14F-4D97-AF65-F5344CB8AC3E}">
        <p14:creationId xmlns:p14="http://schemas.microsoft.com/office/powerpoint/2010/main" val="3975998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49028-2C23-ED49-E175-7A4FE6161D4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2C92847-91AE-1670-404D-7238C3C87021}"/>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a:t>
            </a:fld>
            <a:endParaRPr lang="en-US"/>
          </a:p>
        </p:txBody>
      </p:sp>
      <p:sp>
        <p:nvSpPr>
          <p:cNvPr id="4" name="Google Shape;212;p15">
            <a:extLst>
              <a:ext uri="{FF2B5EF4-FFF2-40B4-BE49-F238E27FC236}">
                <a16:creationId xmlns:a16="http://schemas.microsoft.com/office/drawing/2014/main" id="{A119F13B-88C2-2199-3A3C-E94E720AC227}"/>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err="1">
                <a:solidFill>
                  <a:schemeClr val="dk2"/>
                </a:solidFill>
                <a:latin typeface="Arial"/>
                <a:ea typeface="Arial"/>
                <a:cs typeface="Arial"/>
                <a:sym typeface="Arial"/>
              </a:rPr>
              <a:t>unittest</a:t>
            </a:r>
            <a:endParaRPr lang="en-US" sz="4000" b="0" i="0" u="none" strike="noStrike" cap="none" dirty="0">
              <a:solidFill>
                <a:schemeClr val="dk2"/>
              </a:solidFill>
              <a:latin typeface="Arial"/>
              <a:ea typeface="Arial"/>
              <a:cs typeface="Arial"/>
              <a:sym typeface="Arial"/>
            </a:endParaRPr>
          </a:p>
        </p:txBody>
      </p:sp>
      <p:pic>
        <p:nvPicPr>
          <p:cNvPr id="6" name="Picture 5">
            <a:extLst>
              <a:ext uri="{FF2B5EF4-FFF2-40B4-BE49-F238E27FC236}">
                <a16:creationId xmlns:a16="http://schemas.microsoft.com/office/drawing/2014/main" id="{95A2B45E-371E-40C8-19F0-F60DD1FE92E5}"/>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857708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603AA-9B40-E9E6-E376-08872099FC7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282090F-0000-CAF1-BAD2-80E68CB90F4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6" name="Content Placeholder 5">
            <a:extLst>
              <a:ext uri="{FF2B5EF4-FFF2-40B4-BE49-F238E27FC236}">
                <a16:creationId xmlns:a16="http://schemas.microsoft.com/office/drawing/2014/main" id="{A2AE6BB5-26FA-464E-D057-CCAFAB307456}"/>
              </a:ext>
            </a:extLst>
          </p:cNvPr>
          <p:cNvSpPr>
            <a:spLocks noGrp="1"/>
          </p:cNvSpPr>
          <p:nvPr>
            <p:ph idx="1"/>
          </p:nvPr>
        </p:nvSpPr>
        <p:spPr>
          <a:xfrm>
            <a:off x="380010" y="1481446"/>
            <a:ext cx="8383980" cy="4882266"/>
          </a:xfrm>
        </p:spPr>
        <p:txBody>
          <a:bodyPr>
            <a:normAutofit/>
          </a:bodyPr>
          <a:lstStyle/>
          <a:p>
            <a:r>
              <a:rPr lang="en-US" dirty="0" err="1">
                <a:latin typeface="Courier New" panose="02070309020205020404" pitchFamily="49" charset="0"/>
                <a:cs typeface="Courier New" panose="02070309020205020404" pitchFamily="49" charset="0"/>
              </a:rPr>
              <a:t>unittest</a:t>
            </a:r>
            <a:r>
              <a:rPr lang="en-US" dirty="0"/>
              <a:t> is Python’s built-in testing framework, included in the standard library (no additional installation required)</a:t>
            </a:r>
          </a:p>
          <a:p>
            <a:r>
              <a:rPr lang="en-US" dirty="0"/>
              <a:t>Tests are organized into </a:t>
            </a:r>
            <a:r>
              <a:rPr lang="en-US" b="1" dirty="0"/>
              <a:t>test cases</a:t>
            </a:r>
          </a:p>
          <a:p>
            <a:r>
              <a:rPr lang="en-US" dirty="0"/>
              <a:t>Test cases are classes which inherit from </a:t>
            </a:r>
            <a:r>
              <a:rPr lang="en-US" dirty="0" err="1">
                <a:latin typeface="Courier New" panose="02070309020205020404" pitchFamily="49" charset="0"/>
                <a:cs typeface="Courier New" panose="02070309020205020404" pitchFamily="49" charset="0"/>
              </a:rPr>
              <a:t>unittest.TestCase</a:t>
            </a:r>
            <a:endParaRPr lang="en-US" dirty="0">
              <a:latin typeface="Courier New" panose="02070309020205020404" pitchFamily="49" charset="0"/>
              <a:cs typeface="Courier New" panose="02070309020205020404" pitchFamily="49" charset="0"/>
            </a:endParaRPr>
          </a:p>
          <a:p>
            <a:r>
              <a:rPr lang="en-US" dirty="0"/>
              <a:t>Each individual test is a method on the test case class, prefixed with </a:t>
            </a:r>
            <a:r>
              <a:rPr lang="en-US" dirty="0">
                <a:latin typeface="Courier New" panose="02070309020205020404" pitchFamily="49" charset="0"/>
                <a:cs typeface="Courier New" panose="02070309020205020404" pitchFamily="49" charset="0"/>
              </a:rPr>
              <a:t>test_</a:t>
            </a:r>
          </a:p>
          <a:p>
            <a:r>
              <a:rPr lang="en-US" dirty="0">
                <a:latin typeface="+mj-lt"/>
                <a:cs typeface="Courier New" panose="02070309020205020404" pitchFamily="49" charset="0"/>
              </a:rPr>
              <a:t>The test runner automatically discovers and executes all methods beginning with ‘</a:t>
            </a:r>
            <a:r>
              <a:rPr lang="en-US" dirty="0">
                <a:latin typeface="Courier New" panose="02070309020205020404" pitchFamily="49" charset="0"/>
                <a:cs typeface="Courier New" panose="02070309020205020404" pitchFamily="49" charset="0"/>
              </a:rPr>
              <a:t>test_</a:t>
            </a:r>
            <a:r>
              <a:rPr lang="en-US" dirty="0">
                <a:latin typeface="+mj-lt"/>
                <a:cs typeface="Courier New" panose="02070309020205020404" pitchFamily="49" charset="0"/>
              </a:rPr>
              <a:t>’</a:t>
            </a:r>
          </a:p>
          <a:p>
            <a:endParaRPr lang="en-US" dirty="0"/>
          </a:p>
        </p:txBody>
      </p:sp>
      <p:sp>
        <p:nvSpPr>
          <p:cNvPr id="5" name="Title 4">
            <a:extLst>
              <a:ext uri="{FF2B5EF4-FFF2-40B4-BE49-F238E27FC236}">
                <a16:creationId xmlns:a16="http://schemas.microsoft.com/office/drawing/2014/main" id="{B49DFD3A-CFA6-51A0-2F6D-C09872DA77B2}"/>
              </a:ext>
            </a:extLst>
          </p:cNvPr>
          <p:cNvSpPr>
            <a:spLocks noGrp="1"/>
          </p:cNvSpPr>
          <p:nvPr>
            <p:ph type="title"/>
          </p:nvPr>
        </p:nvSpPr>
        <p:spPr/>
        <p:txBody>
          <a:bodyPr/>
          <a:lstStyle/>
          <a:p>
            <a:r>
              <a:rPr lang="en-US" dirty="0"/>
              <a:t>Python </a:t>
            </a:r>
            <a:r>
              <a:rPr lang="en-US" dirty="0" err="1"/>
              <a:t>unittest</a:t>
            </a:r>
            <a:r>
              <a:rPr lang="en-US" dirty="0"/>
              <a:t> Framework</a:t>
            </a:r>
          </a:p>
        </p:txBody>
      </p:sp>
    </p:spTree>
    <p:extLst>
      <p:ext uri="{BB962C8B-B14F-4D97-AF65-F5344CB8AC3E}">
        <p14:creationId xmlns:p14="http://schemas.microsoft.com/office/powerpoint/2010/main" val="2546196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4C35E-3721-7A98-C94B-6D6CB8DF7A6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AA6A9A-19BA-5E50-9F7C-3B2F3AD0F694}"/>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4</a:t>
            </a:fld>
            <a:endParaRPr lang="en-US"/>
          </a:p>
        </p:txBody>
      </p:sp>
      <p:sp>
        <p:nvSpPr>
          <p:cNvPr id="4" name="Google Shape;212;p15">
            <a:extLst>
              <a:ext uri="{FF2B5EF4-FFF2-40B4-BE49-F238E27FC236}">
                <a16:creationId xmlns:a16="http://schemas.microsoft.com/office/drawing/2014/main" id="{1D67463C-FF54-7177-4F50-D2E84DA583B7}"/>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dirty="0">
                <a:solidFill>
                  <a:schemeClr val="dk2"/>
                </a:solidFill>
              </a:rPr>
              <a:t>Intro to Assertion Methods</a:t>
            </a:r>
            <a:endParaRPr lang="en-US" sz="4000" b="0" i="0" u="none" strike="noStrike" cap="none" dirty="0">
              <a:solidFill>
                <a:schemeClr val="dk2"/>
              </a:solidFill>
              <a:latin typeface="Arial"/>
              <a:ea typeface="Arial"/>
              <a:cs typeface="Arial"/>
              <a:sym typeface="Arial"/>
            </a:endParaRPr>
          </a:p>
        </p:txBody>
      </p:sp>
      <p:pic>
        <p:nvPicPr>
          <p:cNvPr id="6" name="Picture 5">
            <a:extLst>
              <a:ext uri="{FF2B5EF4-FFF2-40B4-BE49-F238E27FC236}">
                <a16:creationId xmlns:a16="http://schemas.microsoft.com/office/drawing/2014/main" id="{3EADA35C-F795-D594-12E3-7F23C9DF37BF}"/>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33203870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992A6-9A40-C55E-160E-2A686064BA6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48CBB06-BF3C-97FF-9388-4187015D59B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
        <p:nvSpPr>
          <p:cNvPr id="6" name="Content Placeholder 5">
            <a:extLst>
              <a:ext uri="{FF2B5EF4-FFF2-40B4-BE49-F238E27FC236}">
                <a16:creationId xmlns:a16="http://schemas.microsoft.com/office/drawing/2014/main" id="{B85DCD01-EDFE-0E8A-3941-083303D8FEAF}"/>
              </a:ext>
            </a:extLst>
          </p:cNvPr>
          <p:cNvSpPr>
            <a:spLocks noGrp="1"/>
          </p:cNvSpPr>
          <p:nvPr>
            <p:ph idx="1"/>
          </p:nvPr>
        </p:nvSpPr>
        <p:spPr>
          <a:xfrm>
            <a:off x="380010" y="1481446"/>
            <a:ext cx="8383980" cy="4882266"/>
          </a:xfrm>
        </p:spPr>
        <p:txBody>
          <a:bodyPr>
            <a:normAutofit/>
          </a:bodyPr>
          <a:lstStyle/>
          <a:p>
            <a:r>
              <a:rPr lang="en-US" dirty="0" err="1">
                <a:latin typeface="Courier New" panose="02070309020205020404" pitchFamily="49" charset="0"/>
                <a:cs typeface="Courier New" panose="02070309020205020404" pitchFamily="49" charset="0"/>
              </a:rPr>
              <a:t>unittest</a:t>
            </a:r>
            <a:r>
              <a:rPr lang="en-US" dirty="0">
                <a:latin typeface="Courier New" panose="02070309020205020404" pitchFamily="49" charset="0"/>
                <a:cs typeface="Courier New" panose="02070309020205020404" pitchFamily="49" charset="0"/>
              </a:rPr>
              <a:t> </a:t>
            </a:r>
            <a:r>
              <a:rPr lang="en-US" dirty="0">
                <a:latin typeface="+mn-lt"/>
                <a:cs typeface="Courier New" panose="02070309020205020404" pitchFamily="49" charset="0"/>
              </a:rPr>
              <a:t>provides assertion methods to validation outcomes.</a:t>
            </a:r>
          </a:p>
          <a:p>
            <a:r>
              <a:rPr lang="en-US" dirty="0">
                <a:latin typeface="+mn-lt"/>
                <a:cs typeface="Courier New" panose="02070309020205020404" pitchFamily="49" charset="0"/>
              </a:rPr>
              <a:t>Tests can be run via command line:</a:t>
            </a:r>
          </a:p>
          <a:p>
            <a:pPr lvl="1"/>
            <a:r>
              <a:rPr lang="en-US" dirty="0">
                <a:latin typeface="+mn-lt"/>
                <a:cs typeface="Courier New" panose="02070309020205020404" pitchFamily="49" charset="0"/>
              </a:rPr>
              <a:t>Python –m </a:t>
            </a:r>
            <a:r>
              <a:rPr lang="en-US" dirty="0" err="1">
                <a:latin typeface="+mn-lt"/>
                <a:cs typeface="Courier New" panose="02070309020205020404" pitchFamily="49" charset="0"/>
              </a:rPr>
              <a:t>unittest</a:t>
            </a:r>
            <a:endParaRPr lang="en-US" dirty="0">
              <a:latin typeface="+mn-lt"/>
              <a:cs typeface="Courier New" panose="02070309020205020404" pitchFamily="49" charset="0"/>
            </a:endParaRPr>
          </a:p>
          <a:p>
            <a:r>
              <a:rPr lang="en-US" dirty="0">
                <a:latin typeface="+mn-lt"/>
                <a:cs typeface="Courier New" panose="02070309020205020404" pitchFamily="49" charset="0"/>
              </a:rPr>
              <a:t>Alternatively, running tests via your IDE will automatically leverage the python test runner</a:t>
            </a:r>
          </a:p>
          <a:p>
            <a:r>
              <a:rPr lang="en-US" dirty="0">
                <a:latin typeface="+mn-lt"/>
                <a:cs typeface="Courier New" panose="02070309020205020404" pitchFamily="49" charset="0"/>
              </a:rPr>
              <a:t>A Test Suite is a collection of test cases grouped together for execution</a:t>
            </a:r>
          </a:p>
          <a:p>
            <a:r>
              <a:rPr lang="en-US" dirty="0" err="1">
                <a:latin typeface="Courier New" panose="02070309020205020404" pitchFamily="49" charset="0"/>
                <a:cs typeface="Courier New" panose="02070309020205020404" pitchFamily="49" charset="0"/>
              </a:rPr>
              <a:t>unittest</a:t>
            </a:r>
            <a:r>
              <a:rPr lang="en-US" dirty="0">
                <a:latin typeface="+mn-lt"/>
                <a:cs typeface="Courier New" panose="02070309020205020404" pitchFamily="49" charset="0"/>
              </a:rPr>
              <a:t> supports setup and teardown methods to manage state before and after tests.</a:t>
            </a:r>
          </a:p>
          <a:p>
            <a:endParaRPr lang="en-US" dirty="0"/>
          </a:p>
        </p:txBody>
      </p:sp>
      <p:sp>
        <p:nvSpPr>
          <p:cNvPr id="5" name="Title 4">
            <a:extLst>
              <a:ext uri="{FF2B5EF4-FFF2-40B4-BE49-F238E27FC236}">
                <a16:creationId xmlns:a16="http://schemas.microsoft.com/office/drawing/2014/main" id="{3DAE8A24-726D-F02C-182C-06216F94CDAE}"/>
              </a:ext>
            </a:extLst>
          </p:cNvPr>
          <p:cNvSpPr>
            <a:spLocks noGrp="1"/>
          </p:cNvSpPr>
          <p:nvPr>
            <p:ph type="title"/>
          </p:nvPr>
        </p:nvSpPr>
        <p:spPr/>
        <p:txBody>
          <a:bodyPr/>
          <a:lstStyle/>
          <a:p>
            <a:r>
              <a:rPr lang="en-US" dirty="0"/>
              <a:t>Assertion Methods</a:t>
            </a:r>
          </a:p>
        </p:txBody>
      </p:sp>
    </p:spTree>
    <p:extLst>
      <p:ext uri="{BB962C8B-B14F-4D97-AF65-F5344CB8AC3E}">
        <p14:creationId xmlns:p14="http://schemas.microsoft.com/office/powerpoint/2010/main" val="2645764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0A32A-909A-2824-5609-66DF802D3C4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C52A7CD-0D77-3684-2F47-F9DEA62173B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
        <p:nvSpPr>
          <p:cNvPr id="5" name="Title 4">
            <a:extLst>
              <a:ext uri="{FF2B5EF4-FFF2-40B4-BE49-F238E27FC236}">
                <a16:creationId xmlns:a16="http://schemas.microsoft.com/office/drawing/2014/main" id="{2C23BEA7-79FD-2C31-AAA4-0DDB3D39A44B}"/>
              </a:ext>
            </a:extLst>
          </p:cNvPr>
          <p:cNvSpPr>
            <a:spLocks noGrp="1"/>
          </p:cNvSpPr>
          <p:nvPr>
            <p:ph type="title"/>
          </p:nvPr>
        </p:nvSpPr>
        <p:spPr/>
        <p:txBody>
          <a:bodyPr/>
          <a:lstStyle/>
          <a:p>
            <a:r>
              <a:rPr lang="en-US" dirty="0"/>
              <a:t>Assertion Methods</a:t>
            </a:r>
          </a:p>
        </p:txBody>
      </p:sp>
      <p:graphicFrame>
        <p:nvGraphicFramePr>
          <p:cNvPr id="2" name="Table 1">
            <a:extLst>
              <a:ext uri="{FF2B5EF4-FFF2-40B4-BE49-F238E27FC236}">
                <a16:creationId xmlns:a16="http://schemas.microsoft.com/office/drawing/2014/main" id="{D3FF3A75-C493-906A-A011-004392589738}"/>
              </a:ext>
            </a:extLst>
          </p:cNvPr>
          <p:cNvGraphicFramePr>
            <a:graphicFrameLocks noGrp="1"/>
          </p:cNvGraphicFramePr>
          <p:nvPr>
            <p:extLst>
              <p:ext uri="{D42A27DB-BD31-4B8C-83A1-F6EECF244321}">
                <p14:modId xmlns:p14="http://schemas.microsoft.com/office/powerpoint/2010/main" val="1114716798"/>
              </p:ext>
            </p:extLst>
          </p:nvPr>
        </p:nvGraphicFramePr>
        <p:xfrm>
          <a:off x="159574" y="1350012"/>
          <a:ext cx="8824854" cy="3916680"/>
        </p:xfrm>
        <a:graphic>
          <a:graphicData uri="http://schemas.openxmlformats.org/drawingml/2006/table">
            <a:tbl>
              <a:tblPr firstRow="1" bandRow="1">
                <a:tableStyleId>{5C22544A-7EE6-4342-B048-85BDC9FD1C3A}</a:tableStyleId>
              </a:tblPr>
              <a:tblGrid>
                <a:gridCol w="2252030">
                  <a:extLst>
                    <a:ext uri="{9D8B030D-6E8A-4147-A177-3AD203B41FA5}">
                      <a16:colId xmlns:a16="http://schemas.microsoft.com/office/drawing/2014/main" val="4202507141"/>
                    </a:ext>
                  </a:extLst>
                </a:gridCol>
                <a:gridCol w="3564653">
                  <a:extLst>
                    <a:ext uri="{9D8B030D-6E8A-4147-A177-3AD203B41FA5}">
                      <a16:colId xmlns:a16="http://schemas.microsoft.com/office/drawing/2014/main" val="2653014772"/>
                    </a:ext>
                  </a:extLst>
                </a:gridCol>
                <a:gridCol w="3008171">
                  <a:extLst>
                    <a:ext uri="{9D8B030D-6E8A-4147-A177-3AD203B41FA5}">
                      <a16:colId xmlns:a16="http://schemas.microsoft.com/office/drawing/2014/main" val="3231311561"/>
                    </a:ext>
                  </a:extLst>
                </a:gridCol>
              </a:tblGrid>
              <a:tr h="370840">
                <a:tc>
                  <a:txBody>
                    <a:bodyPr/>
                    <a:lstStyle/>
                    <a:p>
                      <a:r>
                        <a:rPr lang="en-US" dirty="0"/>
                        <a:t>Method</a:t>
                      </a:r>
                    </a:p>
                  </a:txBody>
                  <a:tcPr/>
                </a:tc>
                <a:tc>
                  <a:txBody>
                    <a:bodyPr/>
                    <a:lstStyle/>
                    <a:p>
                      <a:r>
                        <a:rPr lang="en-US" dirty="0"/>
                        <a:t>Description</a:t>
                      </a:r>
                    </a:p>
                  </a:txBody>
                  <a:tcPr/>
                </a:tc>
                <a:tc>
                  <a:txBody>
                    <a:bodyPr/>
                    <a:lstStyle/>
                    <a:p>
                      <a:r>
                        <a:rPr lang="en-US" dirty="0"/>
                        <a:t>Example</a:t>
                      </a:r>
                    </a:p>
                  </a:txBody>
                  <a:tcPr/>
                </a:tc>
                <a:extLst>
                  <a:ext uri="{0D108BD9-81ED-4DB2-BD59-A6C34878D82A}">
                    <a16:rowId xmlns:a16="http://schemas.microsoft.com/office/drawing/2014/main" val="3394265451"/>
                  </a:ext>
                </a:extLst>
              </a:tr>
              <a:tr h="370840">
                <a:tc>
                  <a:txBody>
                    <a:bodyPr/>
                    <a:lstStyle/>
                    <a:p>
                      <a:r>
                        <a:rPr lang="en-US" sz="1400" dirty="0" err="1">
                          <a:latin typeface="Courier New" panose="02070309020205020404" pitchFamily="49" charset="0"/>
                          <a:cs typeface="Courier New" panose="02070309020205020404" pitchFamily="49" charset="0"/>
                        </a:rPr>
                        <a:t>assertEqual</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a,b</a:t>
                      </a:r>
                      <a:r>
                        <a:rPr lang="en-US" sz="1400" dirty="0">
                          <a:latin typeface="Courier New" panose="02070309020205020404" pitchFamily="49" charset="0"/>
                          <a:cs typeface="Courier New" panose="02070309020205020404" pitchFamily="49" charset="0"/>
                        </a:rPr>
                        <a:t>)</a:t>
                      </a:r>
                    </a:p>
                  </a:txBody>
                  <a:tcPr/>
                </a:tc>
                <a:tc>
                  <a:txBody>
                    <a:bodyPr/>
                    <a:lstStyle/>
                    <a:p>
                      <a:r>
                        <a:rPr lang="en-US" sz="1400" dirty="0"/>
                        <a:t>Checks that a and b are equal</a:t>
                      </a:r>
                    </a:p>
                  </a:txBody>
                  <a:tcPr/>
                </a:tc>
                <a:tc>
                  <a:txBody>
                    <a:bodyPr/>
                    <a:lstStyle/>
                    <a:p>
                      <a:r>
                        <a:rPr lang="en-US" sz="1400" dirty="0">
                          <a:latin typeface="Courier New" panose="02070309020205020404" pitchFamily="49" charset="0"/>
                          <a:cs typeface="Courier New" panose="02070309020205020404" pitchFamily="49" charset="0"/>
                        </a:rPr>
                        <a:t>a = 1</a:t>
                      </a:r>
                    </a:p>
                    <a:p>
                      <a:r>
                        <a:rPr lang="en-US" sz="1400" dirty="0" err="1">
                          <a:latin typeface="Courier New" panose="02070309020205020404" pitchFamily="49" charset="0"/>
                          <a:cs typeface="Courier New" panose="02070309020205020404" pitchFamily="49" charset="0"/>
                        </a:rPr>
                        <a:t>assertEqual</a:t>
                      </a:r>
                      <a:r>
                        <a:rPr lang="en-US" sz="1400" dirty="0">
                          <a:latin typeface="Courier New" panose="02070309020205020404" pitchFamily="49" charset="0"/>
                          <a:cs typeface="Courier New" panose="02070309020205020404" pitchFamily="49" charset="0"/>
                        </a:rPr>
                        <a:t>(a,1) # passes</a:t>
                      </a:r>
                    </a:p>
                  </a:txBody>
                  <a:tcPr/>
                </a:tc>
                <a:extLst>
                  <a:ext uri="{0D108BD9-81ED-4DB2-BD59-A6C34878D82A}">
                    <a16:rowId xmlns:a16="http://schemas.microsoft.com/office/drawing/2014/main" val="2748510336"/>
                  </a:ext>
                </a:extLst>
              </a:tr>
              <a:tr h="370840">
                <a:tc>
                  <a:txBody>
                    <a:bodyPr/>
                    <a:lstStyle/>
                    <a:p>
                      <a:r>
                        <a:rPr lang="en-US" sz="1400" dirty="0" err="1">
                          <a:latin typeface="Courier New" panose="02070309020205020404" pitchFamily="49" charset="0"/>
                          <a:cs typeface="Courier New" panose="02070309020205020404" pitchFamily="49" charset="0"/>
                        </a:rPr>
                        <a:t>assertNotEqual</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a,b</a:t>
                      </a:r>
                      <a:r>
                        <a:rPr lang="en-US" sz="1400" dirty="0">
                          <a:latin typeface="Courier New" panose="02070309020205020404" pitchFamily="49" charset="0"/>
                          <a:cs typeface="Courier New" panose="02070309020205020404" pitchFamily="49" charset="0"/>
                        </a:rPr>
                        <a:t>)</a:t>
                      </a:r>
                    </a:p>
                  </a:txBody>
                  <a:tcPr/>
                </a:tc>
                <a:tc>
                  <a:txBody>
                    <a:bodyPr/>
                    <a:lstStyle/>
                    <a:p>
                      <a:r>
                        <a:rPr lang="en-US" sz="1400" dirty="0"/>
                        <a:t>Checks that a and b are not equal</a:t>
                      </a:r>
                    </a:p>
                  </a:txBody>
                  <a:tcPr/>
                </a:tc>
                <a:tc>
                  <a:txBody>
                    <a:bodyPr/>
                    <a:lstStyle/>
                    <a:p>
                      <a:r>
                        <a:rPr lang="en-US" sz="1400" dirty="0">
                          <a:latin typeface="Courier New" panose="02070309020205020404" pitchFamily="49" charset="0"/>
                          <a:cs typeface="Courier New" panose="02070309020205020404" pitchFamily="49" charset="0"/>
                        </a:rPr>
                        <a:t>a = 1</a:t>
                      </a:r>
                    </a:p>
                    <a:p>
                      <a:r>
                        <a:rPr lang="en-US" sz="1400" dirty="0" err="1">
                          <a:latin typeface="Courier New" panose="02070309020205020404" pitchFamily="49" charset="0"/>
                          <a:cs typeface="Courier New" panose="02070309020205020404" pitchFamily="49" charset="0"/>
                        </a:rPr>
                        <a:t>assertNotEqual</a:t>
                      </a:r>
                      <a:r>
                        <a:rPr lang="en-US" sz="1400" dirty="0">
                          <a:latin typeface="Courier New" panose="02070309020205020404" pitchFamily="49" charset="0"/>
                          <a:cs typeface="Courier New" panose="02070309020205020404" pitchFamily="49" charset="0"/>
                        </a:rPr>
                        <a:t>(a,5) # fail</a:t>
                      </a:r>
                    </a:p>
                  </a:txBody>
                  <a:tcPr/>
                </a:tc>
                <a:extLst>
                  <a:ext uri="{0D108BD9-81ED-4DB2-BD59-A6C34878D82A}">
                    <a16:rowId xmlns:a16="http://schemas.microsoft.com/office/drawing/2014/main" val="2124088066"/>
                  </a:ext>
                </a:extLst>
              </a:tr>
              <a:tr h="370840">
                <a:tc>
                  <a:txBody>
                    <a:bodyPr/>
                    <a:lstStyle/>
                    <a:p>
                      <a:r>
                        <a:rPr lang="en-US" sz="1400" dirty="0" err="1">
                          <a:latin typeface="Courier New" panose="02070309020205020404" pitchFamily="49" charset="0"/>
                          <a:cs typeface="Courier New" panose="02070309020205020404" pitchFamily="49" charset="0"/>
                        </a:rPr>
                        <a:t>assertTrue</a:t>
                      </a:r>
                      <a:r>
                        <a:rPr lang="en-US" sz="1400" dirty="0">
                          <a:latin typeface="Courier New" panose="02070309020205020404" pitchFamily="49" charset="0"/>
                          <a:cs typeface="Courier New" panose="02070309020205020404" pitchFamily="49" charset="0"/>
                        </a:rPr>
                        <a:t>(x)</a:t>
                      </a:r>
                    </a:p>
                  </a:txBody>
                  <a:tcPr/>
                </a:tc>
                <a:tc>
                  <a:txBody>
                    <a:bodyPr/>
                    <a:lstStyle/>
                    <a:p>
                      <a:r>
                        <a:rPr lang="en-US" sz="1400" dirty="0"/>
                        <a:t>Checks that x is true (truthy)</a:t>
                      </a:r>
                    </a:p>
                  </a:txBody>
                  <a:tcPr/>
                </a:tc>
                <a:tc>
                  <a:txBody>
                    <a:bodyPr/>
                    <a:lstStyle/>
                    <a:p>
                      <a:r>
                        <a:rPr lang="en-US" sz="1400" dirty="0" err="1">
                          <a:latin typeface="Courier New" panose="02070309020205020404" pitchFamily="49" charset="0"/>
                          <a:cs typeface="Courier New" panose="02070309020205020404" pitchFamily="49" charset="0"/>
                        </a:rPr>
                        <a:t>assertTrue</a:t>
                      </a:r>
                      <a:r>
                        <a:rPr lang="en-US" sz="1400" dirty="0">
                          <a:latin typeface="Courier New" panose="02070309020205020404" pitchFamily="49" charset="0"/>
                          <a:cs typeface="Courier New" panose="02070309020205020404" pitchFamily="49" charset="0"/>
                        </a:rPr>
                        <a:t>(10&gt;1) # passes</a:t>
                      </a:r>
                    </a:p>
                  </a:txBody>
                  <a:tcPr/>
                </a:tc>
                <a:extLst>
                  <a:ext uri="{0D108BD9-81ED-4DB2-BD59-A6C34878D82A}">
                    <a16:rowId xmlns:a16="http://schemas.microsoft.com/office/drawing/2014/main" val="1418808306"/>
                  </a:ext>
                </a:extLst>
              </a:tr>
              <a:tr h="370840">
                <a:tc>
                  <a:txBody>
                    <a:bodyPr/>
                    <a:lstStyle/>
                    <a:p>
                      <a:r>
                        <a:rPr lang="en-US" sz="1400" dirty="0" err="1">
                          <a:latin typeface="Courier New" panose="02070309020205020404" pitchFamily="49" charset="0"/>
                          <a:cs typeface="Courier New" panose="02070309020205020404" pitchFamily="49" charset="0"/>
                        </a:rPr>
                        <a:t>assertFalse</a:t>
                      </a:r>
                      <a:r>
                        <a:rPr lang="en-US" sz="1400" dirty="0">
                          <a:latin typeface="Courier New" panose="02070309020205020404" pitchFamily="49" charset="0"/>
                          <a:cs typeface="Courier New" panose="02070309020205020404" pitchFamily="49" charset="0"/>
                        </a:rPr>
                        <a:t>(x)</a:t>
                      </a:r>
                    </a:p>
                  </a:txBody>
                  <a:tcPr/>
                </a:tc>
                <a:tc>
                  <a:txBody>
                    <a:bodyPr/>
                    <a:lstStyle/>
                    <a:p>
                      <a:r>
                        <a:rPr lang="en-US" sz="1400" dirty="0"/>
                        <a:t>Checks that x is false (</a:t>
                      </a:r>
                      <a:r>
                        <a:rPr lang="en-US" sz="1400" dirty="0" err="1"/>
                        <a:t>falsy</a:t>
                      </a:r>
                      <a:r>
                        <a:rPr lang="en-US" sz="1400" dirty="0"/>
                        <a:t>)</a:t>
                      </a:r>
                    </a:p>
                  </a:txBody>
                  <a:tcPr/>
                </a:tc>
                <a:tc>
                  <a:txBody>
                    <a:bodyPr/>
                    <a:lstStyle/>
                    <a:p>
                      <a:r>
                        <a:rPr lang="en-US" sz="1400" dirty="0" err="1">
                          <a:latin typeface="Courier New" panose="02070309020205020404" pitchFamily="49" charset="0"/>
                          <a:cs typeface="Courier New" panose="02070309020205020404" pitchFamily="49" charset="0"/>
                        </a:rPr>
                        <a:t>assertFalse</a:t>
                      </a:r>
                      <a:r>
                        <a:rPr lang="en-US" sz="1400" dirty="0">
                          <a:latin typeface="Courier New" panose="02070309020205020404" pitchFamily="49" charset="0"/>
                          <a:cs typeface="Courier New" panose="02070309020205020404" pitchFamily="49" charset="0"/>
                        </a:rPr>
                        <a:t>(10&gt;1) # fail</a:t>
                      </a:r>
                    </a:p>
                  </a:txBody>
                  <a:tcPr/>
                </a:tc>
                <a:extLst>
                  <a:ext uri="{0D108BD9-81ED-4DB2-BD59-A6C34878D82A}">
                    <a16:rowId xmlns:a16="http://schemas.microsoft.com/office/drawing/2014/main" val="2056458437"/>
                  </a:ext>
                </a:extLst>
              </a:tr>
              <a:tr h="370840">
                <a:tc>
                  <a:txBody>
                    <a:bodyPr/>
                    <a:lstStyle/>
                    <a:p>
                      <a:r>
                        <a:rPr lang="en-US" sz="1400" dirty="0" err="1">
                          <a:latin typeface="Courier New" panose="02070309020205020404" pitchFamily="49" charset="0"/>
                          <a:cs typeface="Courier New" panose="02070309020205020404" pitchFamily="49" charset="0"/>
                        </a:rPr>
                        <a:t>assertIsNone</a:t>
                      </a:r>
                      <a:r>
                        <a:rPr lang="en-US" sz="1400" dirty="0">
                          <a:latin typeface="Courier New" panose="02070309020205020404" pitchFamily="49" charset="0"/>
                          <a:cs typeface="Courier New" panose="02070309020205020404" pitchFamily="49" charset="0"/>
                        </a:rPr>
                        <a:t>(x)</a:t>
                      </a:r>
                    </a:p>
                  </a:txBody>
                  <a:tcPr/>
                </a:tc>
                <a:tc>
                  <a:txBody>
                    <a:bodyPr/>
                    <a:lstStyle/>
                    <a:p>
                      <a:r>
                        <a:rPr lang="en-US" sz="1400" dirty="0"/>
                        <a:t>Checks that x is None</a:t>
                      </a:r>
                    </a:p>
                  </a:txBody>
                  <a:tcPr/>
                </a:tc>
                <a:tc>
                  <a:txBody>
                    <a:bodyPr/>
                    <a:lstStyle/>
                    <a:p>
                      <a:r>
                        <a:rPr lang="en-US" sz="1400" dirty="0">
                          <a:latin typeface="Courier New" panose="02070309020205020404" pitchFamily="49" charset="0"/>
                          <a:cs typeface="Courier New" panose="02070309020205020404" pitchFamily="49" charset="0"/>
                        </a:rPr>
                        <a:t>x = None</a:t>
                      </a:r>
                    </a:p>
                    <a:p>
                      <a:r>
                        <a:rPr lang="en-US" sz="1400" dirty="0" err="1">
                          <a:latin typeface="Courier New" panose="02070309020205020404" pitchFamily="49" charset="0"/>
                          <a:cs typeface="Courier New" panose="02070309020205020404" pitchFamily="49" charset="0"/>
                        </a:rPr>
                        <a:t>assertEqual</a:t>
                      </a:r>
                      <a:r>
                        <a:rPr lang="en-US" sz="1400" dirty="0">
                          <a:latin typeface="Courier New" panose="02070309020205020404" pitchFamily="49" charset="0"/>
                          <a:cs typeface="Courier New" panose="02070309020205020404" pitchFamily="49" charset="0"/>
                        </a:rPr>
                        <a:t>(x) # passes</a:t>
                      </a:r>
                    </a:p>
                  </a:txBody>
                  <a:tcPr/>
                </a:tc>
                <a:extLst>
                  <a:ext uri="{0D108BD9-81ED-4DB2-BD59-A6C34878D82A}">
                    <a16:rowId xmlns:a16="http://schemas.microsoft.com/office/drawing/2014/main" val="2693395756"/>
                  </a:ext>
                </a:extLst>
              </a:tr>
              <a:tr h="370840">
                <a:tc>
                  <a:txBody>
                    <a:bodyPr/>
                    <a:lstStyle/>
                    <a:p>
                      <a:r>
                        <a:rPr lang="en-US" sz="1400" dirty="0" err="1">
                          <a:latin typeface="Courier New" panose="02070309020205020404" pitchFamily="49" charset="0"/>
                          <a:cs typeface="Courier New" panose="02070309020205020404" pitchFamily="49" charset="0"/>
                        </a:rPr>
                        <a:t>assertIsNotNone</a:t>
                      </a:r>
                      <a:r>
                        <a:rPr lang="en-US" sz="1400" dirty="0">
                          <a:latin typeface="Courier New" panose="02070309020205020404" pitchFamily="49" charset="0"/>
                          <a:cs typeface="Courier New" panose="02070309020205020404" pitchFamily="49" charset="0"/>
                        </a:rPr>
                        <a:t>(x)</a:t>
                      </a:r>
                    </a:p>
                  </a:txBody>
                  <a:tcPr/>
                </a:tc>
                <a:tc>
                  <a:txBody>
                    <a:bodyPr/>
                    <a:lstStyle/>
                    <a:p>
                      <a:r>
                        <a:rPr lang="en-US" sz="1400" dirty="0"/>
                        <a:t>Checks that x is not None</a:t>
                      </a:r>
                    </a:p>
                  </a:txBody>
                  <a:tcPr/>
                </a:tc>
                <a:tc>
                  <a:txBody>
                    <a:bodyPr/>
                    <a:lstStyle/>
                    <a:p>
                      <a:r>
                        <a:rPr lang="en-US" sz="1400" dirty="0">
                          <a:latin typeface="Courier New" panose="02070309020205020404" pitchFamily="49" charset="0"/>
                          <a:cs typeface="Courier New" panose="02070309020205020404" pitchFamily="49" charset="0"/>
                        </a:rPr>
                        <a:t>X = None</a:t>
                      </a:r>
                    </a:p>
                    <a:p>
                      <a:r>
                        <a:rPr lang="en-US" sz="1400" dirty="0" err="1">
                          <a:latin typeface="Courier New" panose="02070309020205020404" pitchFamily="49" charset="0"/>
                          <a:cs typeface="Courier New" panose="02070309020205020404" pitchFamily="49" charset="0"/>
                        </a:rPr>
                        <a:t>assertEqual</a:t>
                      </a:r>
                      <a:r>
                        <a:rPr lang="en-US" sz="1400" dirty="0">
                          <a:latin typeface="Courier New" panose="02070309020205020404" pitchFamily="49" charset="0"/>
                          <a:cs typeface="Courier New" panose="02070309020205020404" pitchFamily="49" charset="0"/>
                        </a:rPr>
                        <a:t>(x) # fails</a:t>
                      </a:r>
                    </a:p>
                  </a:txBody>
                  <a:tcPr/>
                </a:tc>
                <a:extLst>
                  <a:ext uri="{0D108BD9-81ED-4DB2-BD59-A6C34878D82A}">
                    <a16:rowId xmlns:a16="http://schemas.microsoft.com/office/drawing/2014/main" val="1564051272"/>
                  </a:ext>
                </a:extLst>
              </a:tr>
              <a:tr h="370840">
                <a:tc>
                  <a:txBody>
                    <a:bodyPr/>
                    <a:lstStyle/>
                    <a:p>
                      <a:r>
                        <a:rPr lang="en-US" sz="1400" dirty="0" err="1">
                          <a:latin typeface="Courier New" panose="02070309020205020404" pitchFamily="49" charset="0"/>
                          <a:cs typeface="Courier New" panose="02070309020205020404" pitchFamily="49" charset="0"/>
                        </a:rPr>
                        <a:t>assertIn</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i,c</a:t>
                      </a:r>
                      <a:r>
                        <a:rPr lang="en-US" sz="1400" dirty="0">
                          <a:latin typeface="Courier New" panose="02070309020205020404" pitchFamily="49" charset="0"/>
                          <a:cs typeface="Courier New" panose="02070309020205020404" pitchFamily="49" charset="0"/>
                        </a:rPr>
                        <a:t>)</a:t>
                      </a:r>
                    </a:p>
                  </a:txBody>
                  <a:tcPr/>
                </a:tc>
                <a:tc>
                  <a:txBody>
                    <a:bodyPr/>
                    <a:lstStyle/>
                    <a:p>
                      <a:r>
                        <a:rPr lang="en-US" sz="1400" dirty="0"/>
                        <a:t>Checks that a is a member of b</a:t>
                      </a:r>
                    </a:p>
                  </a:txBody>
                  <a:tcPr/>
                </a:tc>
                <a:tc>
                  <a:txBody>
                    <a:bodyPr/>
                    <a:lstStyle/>
                    <a:p>
                      <a:r>
                        <a:rPr lang="en-US" sz="1400" dirty="0">
                          <a:latin typeface="Courier New" panose="02070309020205020404" pitchFamily="49" charset="0"/>
                          <a:cs typeface="Courier New" panose="02070309020205020404" pitchFamily="49" charset="0"/>
                        </a:rPr>
                        <a:t>a = 1</a:t>
                      </a:r>
                    </a:p>
                    <a:p>
                      <a:r>
                        <a:rPr lang="en-US" sz="1400" dirty="0">
                          <a:latin typeface="Courier New" panose="02070309020205020404" pitchFamily="49" charset="0"/>
                          <a:cs typeface="Courier New" panose="02070309020205020404" pitchFamily="49" charset="0"/>
                        </a:rPr>
                        <a:t>b = [1,2,3,4]</a:t>
                      </a:r>
                    </a:p>
                    <a:p>
                      <a:r>
                        <a:rPr lang="en-US" sz="1400" dirty="0" err="1">
                          <a:latin typeface="Courier New" panose="02070309020205020404" pitchFamily="49" charset="0"/>
                          <a:cs typeface="Courier New" panose="02070309020205020404" pitchFamily="49" charset="0"/>
                        </a:rPr>
                        <a:t>assertEqual</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a,b</a:t>
                      </a:r>
                      <a:r>
                        <a:rPr lang="en-US" sz="1400" dirty="0">
                          <a:latin typeface="Courier New" panose="02070309020205020404" pitchFamily="49" charset="0"/>
                          <a:cs typeface="Courier New" panose="02070309020205020404" pitchFamily="49" charset="0"/>
                        </a:rPr>
                        <a:t>) # passes</a:t>
                      </a:r>
                    </a:p>
                  </a:txBody>
                  <a:tcPr/>
                </a:tc>
                <a:extLst>
                  <a:ext uri="{0D108BD9-81ED-4DB2-BD59-A6C34878D82A}">
                    <a16:rowId xmlns:a16="http://schemas.microsoft.com/office/drawing/2014/main" val="1859701164"/>
                  </a:ext>
                </a:extLst>
              </a:tr>
            </a:tbl>
          </a:graphicData>
        </a:graphic>
      </p:graphicFrame>
      <p:sp>
        <p:nvSpPr>
          <p:cNvPr id="3" name="Content Placeholder 5">
            <a:extLst>
              <a:ext uri="{FF2B5EF4-FFF2-40B4-BE49-F238E27FC236}">
                <a16:creationId xmlns:a16="http://schemas.microsoft.com/office/drawing/2014/main" id="{CFDA3BDB-3E40-0666-5B05-EB467AC1894F}"/>
              </a:ext>
            </a:extLst>
          </p:cNvPr>
          <p:cNvSpPr>
            <a:spLocks noGrp="1"/>
          </p:cNvSpPr>
          <p:nvPr>
            <p:ph idx="1"/>
          </p:nvPr>
        </p:nvSpPr>
        <p:spPr>
          <a:xfrm>
            <a:off x="0" y="6363713"/>
            <a:ext cx="8383980" cy="494288"/>
          </a:xfrm>
        </p:spPr>
        <p:txBody>
          <a:bodyPr>
            <a:normAutofit fontScale="55000" lnSpcReduction="20000"/>
          </a:bodyPr>
          <a:lstStyle/>
          <a:p>
            <a:pPr marL="0" indent="0">
              <a:buNone/>
            </a:pPr>
            <a:r>
              <a:rPr lang="en-US" dirty="0">
                <a:latin typeface="+mj-lt"/>
                <a:cs typeface="Courier New" panose="02070309020205020404" pitchFamily="49" charset="0"/>
              </a:rPr>
              <a:t>Note: This is not a full list of available methods, more information can be found here: </a:t>
            </a:r>
            <a:r>
              <a:rPr lang="en-US" dirty="0" err="1">
                <a:hlinkClick r:id="rId3"/>
              </a:rPr>
              <a:t>unittest</a:t>
            </a:r>
            <a:r>
              <a:rPr lang="en-US" dirty="0">
                <a:hlinkClick r:id="rId3"/>
              </a:rPr>
              <a:t> — Unit testing framework — Python 3.14.5 documentation</a:t>
            </a:r>
            <a:endParaRPr lang="en-US" dirty="0">
              <a:latin typeface="+mj-lt"/>
              <a:cs typeface="Courier New" panose="02070309020205020404" pitchFamily="49" charset="0"/>
            </a:endParaRPr>
          </a:p>
        </p:txBody>
      </p:sp>
    </p:spTree>
    <p:extLst>
      <p:ext uri="{BB962C8B-B14F-4D97-AF65-F5344CB8AC3E}">
        <p14:creationId xmlns:p14="http://schemas.microsoft.com/office/powerpoint/2010/main" val="1691771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938EA-AC57-DA6D-1DBF-269202858D1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0D28675-6282-FC53-026B-6C3A364BE6A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
        <p:nvSpPr>
          <p:cNvPr id="6" name="Content Placeholder 5">
            <a:extLst>
              <a:ext uri="{FF2B5EF4-FFF2-40B4-BE49-F238E27FC236}">
                <a16:creationId xmlns:a16="http://schemas.microsoft.com/office/drawing/2014/main" id="{4719A94C-BBD9-9F47-E5EF-2480ECC55009}"/>
              </a:ext>
            </a:extLst>
          </p:cNvPr>
          <p:cNvSpPr>
            <a:spLocks noGrp="1"/>
          </p:cNvSpPr>
          <p:nvPr>
            <p:ph idx="1"/>
          </p:nvPr>
        </p:nvSpPr>
        <p:spPr>
          <a:xfrm>
            <a:off x="380010" y="1481446"/>
            <a:ext cx="8383980" cy="4882266"/>
          </a:xfrm>
        </p:spPr>
        <p:txBody>
          <a:bodyPr>
            <a:normAutofit fontScale="85000" lnSpcReduction="20000"/>
          </a:bodyPr>
          <a:lstStyle/>
          <a:p>
            <a:r>
              <a:rPr lang="en-US" dirty="0">
                <a:latin typeface="+mj-lt"/>
                <a:cs typeface="Courier New" panose="02070309020205020404" pitchFamily="49" charset="0"/>
              </a:rPr>
              <a:t>Occasionally, you may want to skip over some tests (potentially due to changes in versioning, or other conditions)</a:t>
            </a:r>
          </a:p>
          <a:p>
            <a:r>
              <a:rPr lang="en-US" dirty="0" err="1">
                <a:latin typeface="Courier New" panose="02070309020205020404" pitchFamily="49" charset="0"/>
                <a:cs typeface="Courier New" panose="02070309020205020404" pitchFamily="49" charset="0"/>
              </a:rPr>
              <a:t>unittest</a:t>
            </a:r>
            <a:r>
              <a:rPr lang="en-US" dirty="0">
                <a:latin typeface="+mn-lt"/>
                <a:cs typeface="Courier New" panose="02070309020205020404" pitchFamily="49" charset="0"/>
              </a:rPr>
              <a:t> provides build-in decorators to skip tests conditionally, or unconditionally.</a:t>
            </a:r>
          </a:p>
          <a:p>
            <a:pPr lvl="1"/>
            <a:r>
              <a:rPr lang="en-US" dirty="0">
                <a:latin typeface="Courier New" panose="02070309020205020404" pitchFamily="49" charset="0"/>
                <a:cs typeface="Courier New" panose="02070309020205020404" pitchFamily="49" charset="0"/>
              </a:rPr>
              <a:t>@unittest.skip(“reason”)</a:t>
            </a:r>
            <a:r>
              <a:rPr lang="en-US" dirty="0">
                <a:latin typeface="+mn-lt"/>
                <a:cs typeface="Courier New" panose="02070309020205020404" pitchFamily="49" charset="0"/>
              </a:rPr>
              <a:t> : used to always skip a test, regardless of conditions</a:t>
            </a:r>
          </a:p>
          <a:p>
            <a:pPr lvl="1"/>
            <a:r>
              <a:rPr lang="en-US" dirty="0">
                <a:latin typeface="Courier New" panose="02070309020205020404" pitchFamily="49" charset="0"/>
                <a:cs typeface="Courier New" panose="02070309020205020404" pitchFamily="49" charset="0"/>
              </a:rPr>
              <a:t>@unittest.skipIf(condition, “reason”)</a:t>
            </a:r>
            <a:r>
              <a:rPr lang="en-US" dirty="0">
                <a:latin typeface="+mn-lt"/>
                <a:cs typeface="Courier New" panose="02070309020205020404" pitchFamily="49" charset="0"/>
              </a:rPr>
              <a:t> : used to skip a test, if a condition is True</a:t>
            </a:r>
          </a:p>
          <a:p>
            <a:pPr lvl="1"/>
            <a:r>
              <a:rPr lang="en-US" dirty="0">
                <a:latin typeface="Courier New" panose="02070309020205020404" pitchFamily="49" charset="0"/>
                <a:cs typeface="Courier New" panose="02070309020205020404" pitchFamily="49" charset="0"/>
              </a:rPr>
              <a:t>@unittest.skipUnless(condition, “reason”) </a:t>
            </a:r>
            <a:r>
              <a:rPr lang="en-US" dirty="0">
                <a:latin typeface="+mn-lt"/>
                <a:cs typeface="Courier New" panose="02070309020205020404" pitchFamily="49" charset="0"/>
              </a:rPr>
              <a:t>: used to skip a test, unless a condition is True</a:t>
            </a:r>
          </a:p>
          <a:p>
            <a:pPr lvl="1"/>
            <a:r>
              <a:rPr lang="en-US" dirty="0">
                <a:latin typeface="Courier New" panose="02070309020205020404" pitchFamily="49" charset="0"/>
                <a:cs typeface="Courier New" panose="02070309020205020404" pitchFamily="49" charset="0"/>
              </a:rPr>
              <a:t>@unittest.expectedFailure </a:t>
            </a:r>
            <a:r>
              <a:rPr lang="en-US" dirty="0">
                <a:latin typeface="+mn-lt"/>
                <a:cs typeface="Courier New" panose="02070309020205020404" pitchFamily="49" charset="0"/>
              </a:rPr>
              <a:t>: Marks a test that is meant to fail (if the test fails, this passes, and it fails if the test passes).</a:t>
            </a:r>
          </a:p>
          <a:p>
            <a:r>
              <a:rPr lang="en-US" dirty="0">
                <a:latin typeface="+mn-lt"/>
                <a:cs typeface="Courier New" panose="02070309020205020404" pitchFamily="49" charset="0"/>
              </a:rPr>
              <a:t>Skipping tests should be done </a:t>
            </a:r>
            <a:r>
              <a:rPr lang="en-US" b="1" i="1" dirty="0">
                <a:latin typeface="+mn-lt"/>
                <a:cs typeface="Courier New" panose="02070309020205020404" pitchFamily="49" charset="0"/>
              </a:rPr>
              <a:t>sparingly</a:t>
            </a:r>
            <a:r>
              <a:rPr lang="en-US" dirty="0">
                <a:latin typeface="+mn-lt"/>
                <a:cs typeface="Courier New" panose="02070309020205020404" pitchFamily="49" charset="0"/>
              </a:rPr>
              <a:t>. Skipped tests represent untested behavior</a:t>
            </a:r>
          </a:p>
        </p:txBody>
      </p:sp>
      <p:sp>
        <p:nvSpPr>
          <p:cNvPr id="5" name="Title 4">
            <a:extLst>
              <a:ext uri="{FF2B5EF4-FFF2-40B4-BE49-F238E27FC236}">
                <a16:creationId xmlns:a16="http://schemas.microsoft.com/office/drawing/2014/main" id="{03092576-2EA1-C73B-9A10-2AFA3238B2FD}"/>
              </a:ext>
            </a:extLst>
          </p:cNvPr>
          <p:cNvSpPr>
            <a:spLocks noGrp="1"/>
          </p:cNvSpPr>
          <p:nvPr>
            <p:ph type="title"/>
          </p:nvPr>
        </p:nvSpPr>
        <p:spPr/>
        <p:txBody>
          <a:bodyPr/>
          <a:lstStyle/>
          <a:p>
            <a:r>
              <a:rPr lang="en-US" dirty="0"/>
              <a:t>Skipping Tests</a:t>
            </a:r>
          </a:p>
        </p:txBody>
      </p:sp>
    </p:spTree>
    <p:extLst>
      <p:ext uri="{BB962C8B-B14F-4D97-AF65-F5344CB8AC3E}">
        <p14:creationId xmlns:p14="http://schemas.microsoft.com/office/powerpoint/2010/main" val="386664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EF16A-920D-DCC3-AFD6-7CAF07B6127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296EC5D-E470-B0A7-E57C-44B7DC8509B8}"/>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8</a:t>
            </a:fld>
            <a:endParaRPr lang="en-US"/>
          </a:p>
        </p:txBody>
      </p:sp>
      <p:sp>
        <p:nvSpPr>
          <p:cNvPr id="4" name="Google Shape;212;p15">
            <a:extLst>
              <a:ext uri="{FF2B5EF4-FFF2-40B4-BE49-F238E27FC236}">
                <a16:creationId xmlns:a16="http://schemas.microsoft.com/office/drawing/2014/main" id="{8999F1F6-FE60-0088-5723-131E3A2A1CC9}"/>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Test Fixtures</a:t>
            </a:r>
          </a:p>
        </p:txBody>
      </p:sp>
      <p:pic>
        <p:nvPicPr>
          <p:cNvPr id="6" name="Picture 5">
            <a:extLst>
              <a:ext uri="{FF2B5EF4-FFF2-40B4-BE49-F238E27FC236}">
                <a16:creationId xmlns:a16="http://schemas.microsoft.com/office/drawing/2014/main" id="{D5BD1F9E-F94C-DD85-853C-8B13C1416BB3}"/>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4104177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71863-B93F-22CD-FD49-87714C45687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25739E5-ECC4-A17E-8DB0-8C34E7FEF64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
        <p:nvSpPr>
          <p:cNvPr id="6" name="Content Placeholder 5">
            <a:extLst>
              <a:ext uri="{FF2B5EF4-FFF2-40B4-BE49-F238E27FC236}">
                <a16:creationId xmlns:a16="http://schemas.microsoft.com/office/drawing/2014/main" id="{BEE01E16-74CD-3EFA-CE6A-68053D050FF3}"/>
              </a:ext>
            </a:extLst>
          </p:cNvPr>
          <p:cNvSpPr>
            <a:spLocks noGrp="1"/>
          </p:cNvSpPr>
          <p:nvPr>
            <p:ph idx="1"/>
          </p:nvPr>
        </p:nvSpPr>
        <p:spPr>
          <a:xfrm>
            <a:off x="380010" y="1481446"/>
            <a:ext cx="8383980" cy="4882266"/>
          </a:xfrm>
        </p:spPr>
        <p:txBody>
          <a:bodyPr>
            <a:normAutofit/>
          </a:bodyPr>
          <a:lstStyle/>
          <a:p>
            <a:r>
              <a:rPr lang="en-US" dirty="0"/>
              <a:t>Test Fixtures are the setup and teardown code that runs before and after tests</a:t>
            </a:r>
          </a:p>
          <a:p>
            <a:r>
              <a:rPr lang="en-US" dirty="0"/>
              <a:t>Fixtures ensure each test runs in a clean, consistent state, preventing tests from affecting one another</a:t>
            </a:r>
          </a:p>
          <a:p>
            <a:r>
              <a:rPr lang="en-US" dirty="0"/>
              <a:t>Note: Teardown methods runs even if the test fails, ensuring resources are always released</a:t>
            </a:r>
          </a:p>
          <a:p>
            <a:r>
              <a:rPr lang="en-US" dirty="0"/>
              <a:t>Properly utilizing text fixtures is important to ensure </a:t>
            </a:r>
            <a:r>
              <a:rPr lang="en-US" dirty="0" err="1"/>
              <a:t>unittests</a:t>
            </a:r>
            <a:r>
              <a:rPr lang="en-US" dirty="0"/>
              <a:t> do not manipulate data</a:t>
            </a:r>
          </a:p>
          <a:p>
            <a:endParaRPr lang="en-US" dirty="0"/>
          </a:p>
        </p:txBody>
      </p:sp>
      <p:sp>
        <p:nvSpPr>
          <p:cNvPr id="5" name="Title 4">
            <a:extLst>
              <a:ext uri="{FF2B5EF4-FFF2-40B4-BE49-F238E27FC236}">
                <a16:creationId xmlns:a16="http://schemas.microsoft.com/office/drawing/2014/main" id="{2F7C90AB-206B-16EE-61B0-FF46E63855A8}"/>
              </a:ext>
            </a:extLst>
          </p:cNvPr>
          <p:cNvSpPr>
            <a:spLocks noGrp="1"/>
          </p:cNvSpPr>
          <p:nvPr>
            <p:ph type="title"/>
          </p:nvPr>
        </p:nvSpPr>
        <p:spPr/>
        <p:txBody>
          <a:bodyPr/>
          <a:lstStyle/>
          <a:p>
            <a:r>
              <a:rPr lang="en-US" dirty="0"/>
              <a:t>Test Fixtures</a:t>
            </a:r>
          </a:p>
        </p:txBody>
      </p:sp>
    </p:spTree>
    <p:extLst>
      <p:ext uri="{BB962C8B-B14F-4D97-AF65-F5344CB8AC3E}">
        <p14:creationId xmlns:p14="http://schemas.microsoft.com/office/powerpoint/2010/main" val="453874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652DF-D1CB-E22B-1513-F741742A90E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D586547-691E-D1CF-3904-F304EB014FE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
        <p:nvSpPr>
          <p:cNvPr id="5" name="Title 4">
            <a:extLst>
              <a:ext uri="{FF2B5EF4-FFF2-40B4-BE49-F238E27FC236}">
                <a16:creationId xmlns:a16="http://schemas.microsoft.com/office/drawing/2014/main" id="{AAC17AD5-4317-9B66-398A-40D61B648549}"/>
              </a:ext>
            </a:extLst>
          </p:cNvPr>
          <p:cNvSpPr>
            <a:spLocks noGrp="1"/>
          </p:cNvSpPr>
          <p:nvPr>
            <p:ph type="title"/>
          </p:nvPr>
        </p:nvSpPr>
        <p:spPr/>
        <p:txBody>
          <a:bodyPr/>
          <a:lstStyle/>
          <a:p>
            <a:r>
              <a:rPr lang="en-US" dirty="0"/>
              <a:t>Test Fixtures | Methods &amp; Decorators</a:t>
            </a:r>
          </a:p>
        </p:txBody>
      </p:sp>
      <p:graphicFrame>
        <p:nvGraphicFramePr>
          <p:cNvPr id="2" name="Table 1">
            <a:extLst>
              <a:ext uri="{FF2B5EF4-FFF2-40B4-BE49-F238E27FC236}">
                <a16:creationId xmlns:a16="http://schemas.microsoft.com/office/drawing/2014/main" id="{88BBCC0A-31E0-8084-3F5A-B92984EF34DD}"/>
              </a:ext>
            </a:extLst>
          </p:cNvPr>
          <p:cNvGraphicFramePr>
            <a:graphicFrameLocks noGrp="1"/>
          </p:cNvGraphicFramePr>
          <p:nvPr>
            <p:extLst>
              <p:ext uri="{D42A27DB-BD31-4B8C-83A1-F6EECF244321}">
                <p14:modId xmlns:p14="http://schemas.microsoft.com/office/powerpoint/2010/main" val="1781380245"/>
              </p:ext>
            </p:extLst>
          </p:nvPr>
        </p:nvGraphicFramePr>
        <p:xfrm>
          <a:off x="159574" y="1629466"/>
          <a:ext cx="8824854" cy="3599068"/>
        </p:xfrm>
        <a:graphic>
          <a:graphicData uri="http://schemas.openxmlformats.org/drawingml/2006/table">
            <a:tbl>
              <a:tblPr firstRow="1" bandRow="1">
                <a:tableStyleId>{5C22544A-7EE6-4342-B048-85BDC9FD1C3A}</a:tableStyleId>
              </a:tblPr>
              <a:tblGrid>
                <a:gridCol w="2730583">
                  <a:extLst>
                    <a:ext uri="{9D8B030D-6E8A-4147-A177-3AD203B41FA5}">
                      <a16:colId xmlns:a16="http://schemas.microsoft.com/office/drawing/2014/main" val="4202507141"/>
                    </a:ext>
                  </a:extLst>
                </a:gridCol>
                <a:gridCol w="6094271">
                  <a:extLst>
                    <a:ext uri="{9D8B030D-6E8A-4147-A177-3AD203B41FA5}">
                      <a16:colId xmlns:a16="http://schemas.microsoft.com/office/drawing/2014/main" val="2653014772"/>
                    </a:ext>
                  </a:extLst>
                </a:gridCol>
              </a:tblGrid>
              <a:tr h="0">
                <a:tc>
                  <a:txBody>
                    <a:bodyPr/>
                    <a:lstStyle/>
                    <a:p>
                      <a:r>
                        <a:rPr lang="en-US" dirty="0"/>
                        <a:t>Method</a:t>
                      </a:r>
                    </a:p>
                  </a:txBody>
                  <a:tcPr/>
                </a:tc>
                <a:tc>
                  <a:txBody>
                    <a:bodyPr/>
                    <a:lstStyle/>
                    <a:p>
                      <a:r>
                        <a:rPr lang="en-US" dirty="0"/>
                        <a:t>Description</a:t>
                      </a:r>
                    </a:p>
                  </a:txBody>
                  <a:tcPr/>
                </a:tc>
                <a:extLst>
                  <a:ext uri="{0D108BD9-81ED-4DB2-BD59-A6C34878D82A}">
                    <a16:rowId xmlns:a16="http://schemas.microsoft.com/office/drawing/2014/main" val="3394265451"/>
                  </a:ext>
                </a:extLst>
              </a:tr>
              <a:tr h="543851">
                <a:tc>
                  <a:txBody>
                    <a:bodyPr/>
                    <a:lstStyle/>
                    <a:p>
                      <a:r>
                        <a:rPr lang="en-US" sz="1400" dirty="0" err="1">
                          <a:latin typeface="Courier New" panose="02070309020205020404" pitchFamily="49" charset="0"/>
                          <a:cs typeface="Courier New" panose="02070309020205020404" pitchFamily="49" charset="0"/>
                        </a:rPr>
                        <a:t>setUp</a:t>
                      </a:r>
                      <a:r>
                        <a:rPr lang="en-US" sz="1400" dirty="0">
                          <a:latin typeface="Courier New" panose="02070309020205020404" pitchFamily="49" charset="0"/>
                          <a:cs typeface="Courier New" panose="02070309020205020404" pitchFamily="49" charset="0"/>
                        </a:rPr>
                        <a:t>(self)</a:t>
                      </a:r>
                    </a:p>
                  </a:txBody>
                  <a:tcPr/>
                </a:tc>
                <a:tc>
                  <a:txBody>
                    <a:bodyPr/>
                    <a:lstStyle/>
                    <a:p>
                      <a:r>
                        <a:rPr lang="en-US" sz="1400" dirty="0"/>
                        <a:t>Runs before each test method in a class</a:t>
                      </a:r>
                    </a:p>
                  </a:txBody>
                  <a:tcPr/>
                </a:tc>
                <a:extLst>
                  <a:ext uri="{0D108BD9-81ED-4DB2-BD59-A6C34878D82A}">
                    <a16:rowId xmlns:a16="http://schemas.microsoft.com/office/drawing/2014/main" val="2748510336"/>
                  </a:ext>
                </a:extLst>
              </a:tr>
              <a:tr h="543851">
                <a:tc>
                  <a:txBody>
                    <a:bodyPr/>
                    <a:lstStyle/>
                    <a:p>
                      <a:r>
                        <a:rPr lang="en-US" sz="1400" dirty="0" err="1">
                          <a:latin typeface="Courier New" panose="02070309020205020404" pitchFamily="49" charset="0"/>
                          <a:cs typeface="Courier New" panose="02070309020205020404" pitchFamily="49" charset="0"/>
                        </a:rPr>
                        <a:t>tearDown</a:t>
                      </a:r>
                      <a:r>
                        <a:rPr lang="en-US" sz="1400" dirty="0">
                          <a:latin typeface="Courier New" panose="02070309020205020404" pitchFamily="49" charset="0"/>
                          <a:cs typeface="Courier New" panose="02070309020205020404" pitchFamily="49" charset="0"/>
                        </a:rPr>
                        <a:t>(self)</a:t>
                      </a:r>
                    </a:p>
                  </a:txBody>
                  <a:tcPr/>
                </a:tc>
                <a:tc>
                  <a:txBody>
                    <a:bodyPr/>
                    <a:lstStyle/>
                    <a:p>
                      <a:r>
                        <a:rPr lang="en-US" sz="1400" dirty="0"/>
                        <a:t>Runs after each test method in a class</a:t>
                      </a:r>
                    </a:p>
                  </a:txBody>
                  <a:tcPr/>
                </a:tc>
                <a:extLst>
                  <a:ext uri="{0D108BD9-81ED-4DB2-BD59-A6C34878D82A}">
                    <a16:rowId xmlns:a16="http://schemas.microsoft.com/office/drawing/2014/main" val="2124088066"/>
                  </a:ext>
                </a:extLst>
              </a:tr>
              <a:tr h="1072803">
                <a:tc>
                  <a:txBody>
                    <a:bodyPr/>
                    <a:lstStyle/>
                    <a:p>
                      <a:r>
                        <a:rPr lang="en-US" sz="1400" dirty="0" err="1">
                          <a:latin typeface="Courier New" panose="02070309020205020404" pitchFamily="49" charset="0"/>
                          <a:cs typeface="Courier New" panose="02070309020205020404" pitchFamily="49" charset="0"/>
                        </a:rPr>
                        <a:t>setUpClass</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cls</a:t>
                      </a:r>
                      <a:r>
                        <a:rPr lang="en-US" sz="1400" dirty="0">
                          <a:latin typeface="Courier New" panose="02070309020205020404" pitchFamily="49" charset="0"/>
                          <a:cs typeface="Courier New" panose="02070309020205020404" pitchFamily="49" charset="0"/>
                        </a:rPr>
                        <a:t>)</a:t>
                      </a:r>
                    </a:p>
                  </a:txBody>
                  <a:tcPr/>
                </a:tc>
                <a:tc>
                  <a:txBody>
                    <a:bodyPr/>
                    <a:lstStyle/>
                    <a:p>
                      <a:r>
                        <a:rPr lang="en-US" sz="1400" dirty="0"/>
                        <a:t>Runs once before all tests in the class. This method should be decorated with @classmethod decorator</a:t>
                      </a:r>
                    </a:p>
                  </a:txBody>
                  <a:tcPr/>
                </a:tc>
                <a:extLst>
                  <a:ext uri="{0D108BD9-81ED-4DB2-BD59-A6C34878D82A}">
                    <a16:rowId xmlns:a16="http://schemas.microsoft.com/office/drawing/2014/main" val="1418808306"/>
                  </a:ext>
                </a:extLst>
              </a:tr>
              <a:tr h="1072803">
                <a:tc>
                  <a:txBody>
                    <a:bodyPr/>
                    <a:lstStyle/>
                    <a:p>
                      <a:r>
                        <a:rPr lang="en-US" sz="1400" dirty="0" err="1">
                          <a:latin typeface="Courier New" panose="02070309020205020404" pitchFamily="49" charset="0"/>
                          <a:cs typeface="Courier New" panose="02070309020205020404" pitchFamily="49" charset="0"/>
                        </a:rPr>
                        <a:t>tearDownClass</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cls</a:t>
                      </a:r>
                      <a:r>
                        <a:rPr lang="en-US" sz="1400" dirty="0">
                          <a:latin typeface="Courier New" panose="02070309020205020404" pitchFamily="49" charset="0"/>
                          <a:cs typeface="Courier New" panose="02070309020205020404" pitchFamily="49" charset="0"/>
                        </a:rPr>
                        <a:t>)</a:t>
                      </a:r>
                    </a:p>
                  </a:txBody>
                  <a:tcPr/>
                </a:tc>
                <a:tc>
                  <a:txBody>
                    <a:bodyPr/>
                    <a:lstStyle/>
                    <a:p>
                      <a:r>
                        <a:rPr lang="en-US" sz="1400" dirty="0"/>
                        <a:t>Runs once after all tests in the class. This method should be decorated with the @classmethod decorator</a:t>
                      </a:r>
                    </a:p>
                  </a:txBody>
                  <a:tcPr/>
                </a:tc>
                <a:extLst>
                  <a:ext uri="{0D108BD9-81ED-4DB2-BD59-A6C34878D82A}">
                    <a16:rowId xmlns:a16="http://schemas.microsoft.com/office/drawing/2014/main" val="2056458437"/>
                  </a:ext>
                </a:extLst>
              </a:tr>
            </a:tbl>
          </a:graphicData>
        </a:graphic>
      </p:graphicFrame>
      <p:sp>
        <p:nvSpPr>
          <p:cNvPr id="3" name="Content Placeholder 5">
            <a:extLst>
              <a:ext uri="{FF2B5EF4-FFF2-40B4-BE49-F238E27FC236}">
                <a16:creationId xmlns:a16="http://schemas.microsoft.com/office/drawing/2014/main" id="{274257F3-53EB-FA58-911E-193E972C4541}"/>
              </a:ext>
            </a:extLst>
          </p:cNvPr>
          <p:cNvSpPr>
            <a:spLocks noGrp="1"/>
          </p:cNvSpPr>
          <p:nvPr>
            <p:ph idx="1"/>
          </p:nvPr>
        </p:nvSpPr>
        <p:spPr>
          <a:xfrm>
            <a:off x="0" y="6363713"/>
            <a:ext cx="8383980" cy="494288"/>
          </a:xfrm>
        </p:spPr>
        <p:txBody>
          <a:bodyPr>
            <a:normAutofit fontScale="55000" lnSpcReduction="20000"/>
          </a:bodyPr>
          <a:lstStyle/>
          <a:p>
            <a:pPr marL="0" indent="0">
              <a:buNone/>
            </a:pPr>
            <a:r>
              <a:rPr lang="en-US" dirty="0">
                <a:latin typeface="+mj-lt"/>
                <a:cs typeface="Courier New" panose="02070309020205020404" pitchFamily="49" charset="0"/>
              </a:rPr>
              <a:t>Note: Module-level setup and teardown methods are also available, though we will not explore those here.</a:t>
            </a:r>
          </a:p>
        </p:txBody>
      </p:sp>
    </p:spTree>
    <p:extLst>
      <p:ext uri="{BB962C8B-B14F-4D97-AF65-F5344CB8AC3E}">
        <p14:creationId xmlns:p14="http://schemas.microsoft.com/office/powerpoint/2010/main" val="1635048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39A1F-0B19-30DA-BFBA-7CCEC8C1F0D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7A52C1C-7A64-A04F-9A20-59EB4805A60C}"/>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11</a:t>
            </a:fld>
            <a:endParaRPr lang="en-US"/>
          </a:p>
        </p:txBody>
      </p:sp>
      <p:sp>
        <p:nvSpPr>
          <p:cNvPr id="4" name="Google Shape;212;p15">
            <a:extLst>
              <a:ext uri="{FF2B5EF4-FFF2-40B4-BE49-F238E27FC236}">
                <a16:creationId xmlns:a16="http://schemas.microsoft.com/office/drawing/2014/main" id="{E7CBEF44-67DB-A277-59BD-E4902F804D79}"/>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Validating Errors</a:t>
            </a:r>
          </a:p>
        </p:txBody>
      </p:sp>
      <p:pic>
        <p:nvPicPr>
          <p:cNvPr id="6" name="Picture 5">
            <a:extLst>
              <a:ext uri="{FF2B5EF4-FFF2-40B4-BE49-F238E27FC236}">
                <a16:creationId xmlns:a16="http://schemas.microsoft.com/office/drawing/2014/main" id="{018520F7-C64D-9860-4DB9-5B0305F41213}"/>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2124890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6F695-5A21-0DDA-8445-C32EA454C82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C9A9BCA-2EB5-1E9A-F4B4-28202FD6201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
        <p:nvSpPr>
          <p:cNvPr id="6" name="Content Placeholder 5">
            <a:extLst>
              <a:ext uri="{FF2B5EF4-FFF2-40B4-BE49-F238E27FC236}">
                <a16:creationId xmlns:a16="http://schemas.microsoft.com/office/drawing/2014/main" id="{2A9C7E55-7687-677C-8E69-B5206762870C}"/>
              </a:ext>
            </a:extLst>
          </p:cNvPr>
          <p:cNvSpPr>
            <a:spLocks noGrp="1"/>
          </p:cNvSpPr>
          <p:nvPr>
            <p:ph idx="1"/>
          </p:nvPr>
        </p:nvSpPr>
        <p:spPr>
          <a:xfrm>
            <a:off x="380010" y="1481446"/>
            <a:ext cx="8383980" cy="4882266"/>
          </a:xfrm>
        </p:spPr>
        <p:txBody>
          <a:bodyPr>
            <a:normAutofit fontScale="92500" lnSpcReduction="10000"/>
          </a:bodyPr>
          <a:lstStyle/>
          <a:p>
            <a:r>
              <a:rPr lang="en-US" dirty="0"/>
              <a:t>Sometimes, we expect our working code to throw exceptions.</a:t>
            </a:r>
          </a:p>
          <a:p>
            <a:r>
              <a:rPr lang="en-US" dirty="0"/>
              <a:t>As such, there exist assertion methods, and techniques wherein we create unit tests that verify our code correctly raises errors under the correct conditions</a:t>
            </a:r>
          </a:p>
          <a:p>
            <a:r>
              <a:rPr lang="en-US" dirty="0"/>
              <a:t>In this instance, </a:t>
            </a:r>
            <a:r>
              <a:rPr lang="en-US" b="1" dirty="0"/>
              <a:t>our tests pass if the specified exception is raised</a:t>
            </a:r>
          </a:p>
          <a:p>
            <a:r>
              <a:rPr lang="en-US" b="1" dirty="0"/>
              <a:t>Our test fails is no exception is raised or if a different exception type is raised</a:t>
            </a:r>
          </a:p>
          <a:p>
            <a:r>
              <a:rPr lang="en-US" dirty="0"/>
              <a:t>Testing exceptions is important for input validation, boundary conditions, and verifying error handling</a:t>
            </a:r>
          </a:p>
        </p:txBody>
      </p:sp>
      <p:sp>
        <p:nvSpPr>
          <p:cNvPr id="5" name="Title 4">
            <a:extLst>
              <a:ext uri="{FF2B5EF4-FFF2-40B4-BE49-F238E27FC236}">
                <a16:creationId xmlns:a16="http://schemas.microsoft.com/office/drawing/2014/main" id="{427F2C92-8396-9131-4856-7AFCB7F13114}"/>
              </a:ext>
            </a:extLst>
          </p:cNvPr>
          <p:cNvSpPr>
            <a:spLocks noGrp="1"/>
          </p:cNvSpPr>
          <p:nvPr>
            <p:ph type="title"/>
          </p:nvPr>
        </p:nvSpPr>
        <p:spPr/>
        <p:txBody>
          <a:bodyPr/>
          <a:lstStyle/>
          <a:p>
            <a:r>
              <a:rPr lang="en-US" dirty="0"/>
              <a:t>Testing Exceptions</a:t>
            </a:r>
          </a:p>
        </p:txBody>
      </p:sp>
    </p:spTree>
    <p:extLst>
      <p:ext uri="{BB962C8B-B14F-4D97-AF65-F5344CB8AC3E}">
        <p14:creationId xmlns:p14="http://schemas.microsoft.com/office/powerpoint/2010/main" val="2143071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37987-4CEF-796F-2140-D54DA2C8FFA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3B437A0-B721-6BCF-9427-468627702EB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
        <p:nvSpPr>
          <p:cNvPr id="5" name="Title 4">
            <a:extLst>
              <a:ext uri="{FF2B5EF4-FFF2-40B4-BE49-F238E27FC236}">
                <a16:creationId xmlns:a16="http://schemas.microsoft.com/office/drawing/2014/main" id="{CDCAC0A0-ED00-04A9-0976-3F3A666B363F}"/>
              </a:ext>
            </a:extLst>
          </p:cNvPr>
          <p:cNvSpPr>
            <a:spLocks noGrp="1"/>
          </p:cNvSpPr>
          <p:nvPr>
            <p:ph type="title"/>
          </p:nvPr>
        </p:nvSpPr>
        <p:spPr>
          <a:xfrm>
            <a:off x="380010" y="-4950"/>
            <a:ext cx="6641276" cy="1224150"/>
          </a:xfrm>
        </p:spPr>
        <p:txBody>
          <a:bodyPr/>
          <a:lstStyle/>
          <a:p>
            <a:r>
              <a:rPr lang="en-US" dirty="0"/>
              <a:t>Assertion Methods – Raising Exceptions</a:t>
            </a:r>
          </a:p>
        </p:txBody>
      </p:sp>
      <p:graphicFrame>
        <p:nvGraphicFramePr>
          <p:cNvPr id="2" name="Table 1">
            <a:extLst>
              <a:ext uri="{FF2B5EF4-FFF2-40B4-BE49-F238E27FC236}">
                <a16:creationId xmlns:a16="http://schemas.microsoft.com/office/drawing/2014/main" id="{3C5F3838-1A9C-8241-C6A7-383D48D44A45}"/>
              </a:ext>
            </a:extLst>
          </p:cNvPr>
          <p:cNvGraphicFramePr>
            <a:graphicFrameLocks noGrp="1"/>
          </p:cNvGraphicFramePr>
          <p:nvPr>
            <p:extLst>
              <p:ext uri="{D42A27DB-BD31-4B8C-83A1-F6EECF244321}">
                <p14:modId xmlns:p14="http://schemas.microsoft.com/office/powerpoint/2010/main" val="805955806"/>
              </p:ext>
            </p:extLst>
          </p:nvPr>
        </p:nvGraphicFramePr>
        <p:xfrm>
          <a:off x="159573" y="1676583"/>
          <a:ext cx="8608870" cy="2389232"/>
        </p:xfrm>
        <a:graphic>
          <a:graphicData uri="http://schemas.openxmlformats.org/drawingml/2006/table">
            <a:tbl>
              <a:tblPr firstRow="1" bandRow="1">
                <a:tableStyleId>{5C22544A-7EE6-4342-B048-85BDC9FD1C3A}</a:tableStyleId>
              </a:tblPr>
              <a:tblGrid>
                <a:gridCol w="3123009">
                  <a:extLst>
                    <a:ext uri="{9D8B030D-6E8A-4147-A177-3AD203B41FA5}">
                      <a16:colId xmlns:a16="http://schemas.microsoft.com/office/drawing/2014/main" val="4202507141"/>
                    </a:ext>
                  </a:extLst>
                </a:gridCol>
                <a:gridCol w="5485861">
                  <a:extLst>
                    <a:ext uri="{9D8B030D-6E8A-4147-A177-3AD203B41FA5}">
                      <a16:colId xmlns:a16="http://schemas.microsoft.com/office/drawing/2014/main" val="2653014772"/>
                    </a:ext>
                  </a:extLst>
                </a:gridCol>
              </a:tblGrid>
              <a:tr h="546752">
                <a:tc>
                  <a:txBody>
                    <a:bodyPr/>
                    <a:lstStyle/>
                    <a:p>
                      <a:r>
                        <a:rPr lang="en-US" dirty="0"/>
                        <a:t>Method</a:t>
                      </a:r>
                    </a:p>
                  </a:txBody>
                  <a:tcPr/>
                </a:tc>
                <a:tc>
                  <a:txBody>
                    <a:bodyPr/>
                    <a:lstStyle/>
                    <a:p>
                      <a:r>
                        <a:rPr lang="en-US" dirty="0"/>
                        <a:t>Description</a:t>
                      </a:r>
                    </a:p>
                  </a:txBody>
                  <a:tcPr/>
                </a:tc>
                <a:extLst>
                  <a:ext uri="{0D108BD9-81ED-4DB2-BD59-A6C34878D82A}">
                    <a16:rowId xmlns:a16="http://schemas.microsoft.com/office/drawing/2014/main" val="3394265451"/>
                  </a:ext>
                </a:extLst>
              </a:tr>
              <a:tr h="763955">
                <a:tc>
                  <a:txBody>
                    <a:bodyPr/>
                    <a:lstStyle/>
                    <a:p>
                      <a:r>
                        <a:rPr lang="en-US" sz="1400" dirty="0" err="1">
                          <a:latin typeface="Courier New" panose="02070309020205020404" pitchFamily="49" charset="0"/>
                          <a:cs typeface="Courier New" panose="02070309020205020404" pitchFamily="49" charset="0"/>
                        </a:rPr>
                        <a:t>assertRaises</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exc</a:t>
                      </a:r>
                      <a:r>
                        <a:rPr lang="en-US" sz="1400" dirty="0">
                          <a:latin typeface="Courier New" panose="02070309020205020404" pitchFamily="49" charset="0"/>
                          <a:cs typeface="Courier New" panose="02070309020205020404" pitchFamily="49" charset="0"/>
                        </a:rPr>
                        <a:t>, fun, *</a:t>
                      </a:r>
                      <a:r>
                        <a:rPr lang="en-US" sz="1400" dirty="0" err="1">
                          <a:latin typeface="Courier New" panose="02070309020205020404" pitchFamily="49" charset="0"/>
                          <a:cs typeface="Courier New" panose="02070309020205020404" pitchFamily="49" charset="0"/>
                        </a:rPr>
                        <a:t>args</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kwargs</a:t>
                      </a:r>
                      <a:r>
                        <a:rPr lang="en-US" sz="1400" dirty="0">
                          <a:latin typeface="Courier New" panose="02070309020205020404" pitchFamily="49" charset="0"/>
                          <a:cs typeface="Courier New" panose="02070309020205020404" pitchFamily="49" charset="0"/>
                        </a:rPr>
                        <a:t>)</a:t>
                      </a:r>
                    </a:p>
                  </a:txBody>
                  <a:tcPr/>
                </a:tc>
                <a:tc>
                  <a:txBody>
                    <a:bodyPr/>
                    <a:lstStyle/>
                    <a:p>
                      <a:r>
                        <a:rPr lang="en-US" sz="1400" dirty="0"/>
                        <a:t>Checks that the exception ‘</a:t>
                      </a:r>
                      <a:r>
                        <a:rPr lang="en-US" sz="1400" dirty="0" err="1"/>
                        <a:t>exc</a:t>
                      </a:r>
                      <a:r>
                        <a:rPr lang="en-US" sz="1400" dirty="0"/>
                        <a:t>’ is raised by calling the function ‘fun’, when given the list of </a:t>
                      </a:r>
                      <a:r>
                        <a:rPr lang="en-US" sz="1400" dirty="0" err="1"/>
                        <a:t>args</a:t>
                      </a:r>
                      <a:r>
                        <a:rPr lang="en-US" sz="1400" dirty="0"/>
                        <a:t>/</a:t>
                      </a:r>
                      <a:r>
                        <a:rPr lang="en-US" sz="1400" dirty="0" err="1"/>
                        <a:t>kwargs</a:t>
                      </a:r>
                      <a:endParaRPr lang="en-US" sz="1400" dirty="0"/>
                    </a:p>
                  </a:txBody>
                  <a:tcPr/>
                </a:tc>
                <a:extLst>
                  <a:ext uri="{0D108BD9-81ED-4DB2-BD59-A6C34878D82A}">
                    <a16:rowId xmlns:a16="http://schemas.microsoft.com/office/drawing/2014/main" val="2748510336"/>
                  </a:ext>
                </a:extLst>
              </a:tr>
              <a:tr h="1078525">
                <a:tc>
                  <a:txBody>
                    <a:bodyPr/>
                    <a:lstStyle/>
                    <a:p>
                      <a:r>
                        <a:rPr lang="en-US" sz="1400" dirty="0" err="1">
                          <a:latin typeface="Courier New" panose="02070309020205020404" pitchFamily="49" charset="0"/>
                          <a:cs typeface="Courier New" panose="02070309020205020404" pitchFamily="49" charset="0"/>
                        </a:rPr>
                        <a:t>assertRaisesRegex</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exc</a:t>
                      </a:r>
                      <a:r>
                        <a:rPr lang="en-US" sz="1400" dirty="0">
                          <a:latin typeface="Courier New" panose="02070309020205020404" pitchFamily="49" charset="0"/>
                          <a:cs typeface="Courier New" panose="02070309020205020404" pitchFamily="49" charset="0"/>
                        </a:rPr>
                        <a:t>, r, fun, *</a:t>
                      </a:r>
                      <a:r>
                        <a:rPr lang="en-US" sz="1400" dirty="0" err="1">
                          <a:latin typeface="Courier New" panose="02070309020205020404" pitchFamily="49" charset="0"/>
                          <a:cs typeface="Courier New" panose="02070309020205020404" pitchFamily="49" charset="0"/>
                        </a:rPr>
                        <a:t>args</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kwargs</a:t>
                      </a:r>
                      <a:r>
                        <a:rPr lang="en-US" sz="1400" dirty="0">
                          <a:latin typeface="Courier New" panose="02070309020205020404" pitchFamily="49" charset="0"/>
                          <a:cs typeface="Courier New" panose="02070309020205020404" pitchFamily="49" charset="0"/>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Checks that the exception ‘</a:t>
                      </a:r>
                      <a:r>
                        <a:rPr lang="en-US" sz="1400" dirty="0" err="1"/>
                        <a:t>exc</a:t>
                      </a:r>
                      <a:r>
                        <a:rPr lang="en-US" sz="1400" dirty="0"/>
                        <a:t>’ is raised by calling the function ‘fun’, and the error message matches ‘r’, when given the list of </a:t>
                      </a:r>
                      <a:r>
                        <a:rPr lang="en-US" sz="1400" dirty="0" err="1"/>
                        <a:t>args</a:t>
                      </a:r>
                      <a:r>
                        <a:rPr lang="en-US" sz="1400" dirty="0"/>
                        <a:t>/</a:t>
                      </a:r>
                      <a:r>
                        <a:rPr lang="en-US" sz="1400" dirty="0" err="1"/>
                        <a:t>kwargs</a:t>
                      </a:r>
                      <a:endParaRPr lang="en-US" sz="1400" dirty="0"/>
                    </a:p>
                  </a:txBody>
                  <a:tcPr/>
                </a:tc>
                <a:extLst>
                  <a:ext uri="{0D108BD9-81ED-4DB2-BD59-A6C34878D82A}">
                    <a16:rowId xmlns:a16="http://schemas.microsoft.com/office/drawing/2014/main" val="2124088066"/>
                  </a:ext>
                </a:extLst>
              </a:tr>
            </a:tbl>
          </a:graphicData>
        </a:graphic>
      </p:graphicFrame>
    </p:spTree>
    <p:extLst>
      <p:ext uri="{BB962C8B-B14F-4D97-AF65-F5344CB8AC3E}">
        <p14:creationId xmlns:p14="http://schemas.microsoft.com/office/powerpoint/2010/main" val="2226090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79C50-5C17-3D31-1FEB-CB934249C67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21AAECD-6143-BB4C-DEA2-6ACB344E9C16}"/>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14</a:t>
            </a:fld>
            <a:endParaRPr lang="en-US"/>
          </a:p>
        </p:txBody>
      </p:sp>
      <p:sp>
        <p:nvSpPr>
          <p:cNvPr id="4" name="Google Shape;212;p15">
            <a:extLst>
              <a:ext uri="{FF2B5EF4-FFF2-40B4-BE49-F238E27FC236}">
                <a16:creationId xmlns:a16="http://schemas.microsoft.com/office/drawing/2014/main" id="{100B0820-23E9-3AFA-CA44-B7A0321BF194}"/>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Test Data</a:t>
            </a:r>
          </a:p>
        </p:txBody>
      </p:sp>
      <p:pic>
        <p:nvPicPr>
          <p:cNvPr id="6" name="Picture 5">
            <a:extLst>
              <a:ext uri="{FF2B5EF4-FFF2-40B4-BE49-F238E27FC236}">
                <a16:creationId xmlns:a16="http://schemas.microsoft.com/office/drawing/2014/main" id="{86305B60-AAE3-21A9-F263-342D8F82B0B4}"/>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23910266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FAC5F-6B1F-261E-A760-EF6E229F4B5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3893BB3-5018-7E2D-9E77-F447C108997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
        <p:nvSpPr>
          <p:cNvPr id="6" name="Content Placeholder 5">
            <a:extLst>
              <a:ext uri="{FF2B5EF4-FFF2-40B4-BE49-F238E27FC236}">
                <a16:creationId xmlns:a16="http://schemas.microsoft.com/office/drawing/2014/main" id="{06B128EF-E723-0FB1-ACAF-FA1737564C54}"/>
              </a:ext>
            </a:extLst>
          </p:cNvPr>
          <p:cNvSpPr>
            <a:spLocks noGrp="1"/>
          </p:cNvSpPr>
          <p:nvPr>
            <p:ph idx="1"/>
          </p:nvPr>
        </p:nvSpPr>
        <p:spPr>
          <a:xfrm>
            <a:off x="380010" y="1481446"/>
            <a:ext cx="8383980" cy="4882266"/>
          </a:xfrm>
        </p:spPr>
        <p:txBody>
          <a:bodyPr>
            <a:normAutofit fontScale="77500" lnSpcReduction="20000"/>
          </a:bodyPr>
          <a:lstStyle/>
          <a:p>
            <a:r>
              <a:rPr lang="en-US" dirty="0"/>
              <a:t>Test data is the input used to drive tests, and keeping this data separate can improve the maintainability of your testing, especially when testing against a large amount of data.</a:t>
            </a:r>
          </a:p>
          <a:p>
            <a:pPr lvl="1"/>
            <a:r>
              <a:rPr lang="en-US" dirty="0"/>
              <a:t>Storing large or complex test data externally keeps test methods clean and readable.</a:t>
            </a:r>
          </a:p>
          <a:p>
            <a:r>
              <a:rPr lang="en-US" dirty="0"/>
              <a:t>Test data can be stored in external files (JSON, CSV, plain text, etc…), which is then loaded from those files.</a:t>
            </a:r>
          </a:p>
          <a:p>
            <a:r>
              <a:rPr lang="en-US" dirty="0"/>
              <a:t>Pythons built-in </a:t>
            </a:r>
            <a:r>
              <a:rPr lang="en-US" dirty="0" err="1"/>
              <a:t>json</a:t>
            </a:r>
            <a:r>
              <a:rPr lang="en-US" dirty="0"/>
              <a:t> and csv modules can be used to load structured test data from files.</a:t>
            </a:r>
          </a:p>
          <a:p>
            <a:r>
              <a:rPr lang="en-US" dirty="0"/>
              <a:t>You can use the </a:t>
            </a:r>
            <a:r>
              <a:rPr lang="en-US" dirty="0" err="1"/>
              <a:t>os.path</a:t>
            </a:r>
            <a:r>
              <a:rPr lang="en-US" dirty="0"/>
              <a:t> module to build reliable, portable file paths.</a:t>
            </a:r>
          </a:p>
          <a:p>
            <a:pPr lvl="1"/>
            <a:r>
              <a:rPr lang="en-US" dirty="0"/>
              <a:t>Use the __file__ to locate test data relative to the file itself to avoid hardcoded absolute paths</a:t>
            </a:r>
          </a:p>
          <a:p>
            <a:pPr lvl="1"/>
            <a:r>
              <a:rPr lang="en-US" dirty="0"/>
              <a:t>Note: Test data files should be stored alongside the test files or in a dedicated directory e.g. “tests/data/”</a:t>
            </a:r>
          </a:p>
        </p:txBody>
      </p:sp>
      <p:sp>
        <p:nvSpPr>
          <p:cNvPr id="5" name="Title 4">
            <a:extLst>
              <a:ext uri="{FF2B5EF4-FFF2-40B4-BE49-F238E27FC236}">
                <a16:creationId xmlns:a16="http://schemas.microsoft.com/office/drawing/2014/main" id="{95DBAFD8-32E3-E8C3-A59D-67C2B314DB27}"/>
              </a:ext>
            </a:extLst>
          </p:cNvPr>
          <p:cNvSpPr>
            <a:spLocks noGrp="1"/>
          </p:cNvSpPr>
          <p:nvPr>
            <p:ph type="title"/>
          </p:nvPr>
        </p:nvSpPr>
        <p:spPr/>
        <p:txBody>
          <a:bodyPr/>
          <a:lstStyle/>
          <a:p>
            <a:r>
              <a:rPr lang="en-US" dirty="0"/>
              <a:t>Loading Test Data</a:t>
            </a:r>
          </a:p>
        </p:txBody>
      </p:sp>
    </p:spTree>
    <p:extLst>
      <p:ext uri="{BB962C8B-B14F-4D97-AF65-F5344CB8AC3E}">
        <p14:creationId xmlns:p14="http://schemas.microsoft.com/office/powerpoint/2010/main" val="4029738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A970A-EAA6-C206-C528-3EFB0E8F713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41A3134-6551-2948-73DB-C6B2A879401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
        <p:nvSpPr>
          <p:cNvPr id="6" name="Content Placeholder 5">
            <a:extLst>
              <a:ext uri="{FF2B5EF4-FFF2-40B4-BE49-F238E27FC236}">
                <a16:creationId xmlns:a16="http://schemas.microsoft.com/office/drawing/2014/main" id="{37402BF6-AD1A-77EC-A97E-698A7993A750}"/>
              </a:ext>
            </a:extLst>
          </p:cNvPr>
          <p:cNvSpPr>
            <a:spLocks noGrp="1"/>
          </p:cNvSpPr>
          <p:nvPr>
            <p:ph idx="1"/>
          </p:nvPr>
        </p:nvSpPr>
        <p:spPr>
          <a:xfrm>
            <a:off x="380010" y="1481446"/>
            <a:ext cx="8383980" cy="4882266"/>
          </a:xfrm>
        </p:spPr>
        <p:txBody>
          <a:bodyPr>
            <a:normAutofit lnSpcReduction="10000"/>
          </a:bodyPr>
          <a:lstStyle/>
          <a:p>
            <a:r>
              <a:rPr lang="en-US" dirty="0" err="1"/>
              <a:t>Parameterised</a:t>
            </a:r>
            <a:r>
              <a:rPr lang="en-US" dirty="0"/>
              <a:t> testing – running the same test logic against multiple sets of data</a:t>
            </a:r>
          </a:p>
          <a:p>
            <a:r>
              <a:rPr lang="en-US" dirty="0" err="1"/>
              <a:t>subTest</a:t>
            </a:r>
            <a:r>
              <a:rPr lang="en-US" dirty="0"/>
              <a:t>(msg) method is a context manager that runs a mini-test for each data item. This allows for reporting all failures individually</a:t>
            </a:r>
          </a:p>
          <a:p>
            <a:pPr lvl="1"/>
            <a:r>
              <a:rPr lang="en-US" dirty="0"/>
              <a:t>This allows you to run the entire test against your Test Data and give you insight you can use to better understand the potential logical issues in your code.</a:t>
            </a:r>
          </a:p>
          <a:p>
            <a:r>
              <a:rPr lang="en-US" dirty="0"/>
              <a:t>Keep in mind, your separate test data files need to be maintained (if you change some structure of the expected test input, the Test Data will need to be updated, or regenerated).</a:t>
            </a:r>
          </a:p>
          <a:p>
            <a:endParaRPr lang="en-US" dirty="0"/>
          </a:p>
        </p:txBody>
      </p:sp>
      <p:sp>
        <p:nvSpPr>
          <p:cNvPr id="5" name="Title 4">
            <a:extLst>
              <a:ext uri="{FF2B5EF4-FFF2-40B4-BE49-F238E27FC236}">
                <a16:creationId xmlns:a16="http://schemas.microsoft.com/office/drawing/2014/main" id="{83A5DFAF-B524-26A7-1D7A-D8C5EF3A4395}"/>
              </a:ext>
            </a:extLst>
          </p:cNvPr>
          <p:cNvSpPr>
            <a:spLocks noGrp="1"/>
          </p:cNvSpPr>
          <p:nvPr>
            <p:ph type="title"/>
          </p:nvPr>
        </p:nvSpPr>
        <p:spPr/>
        <p:txBody>
          <a:bodyPr/>
          <a:lstStyle/>
          <a:p>
            <a:r>
              <a:rPr lang="en-US" dirty="0"/>
              <a:t>Loading Test Data</a:t>
            </a:r>
          </a:p>
        </p:txBody>
      </p:sp>
    </p:spTree>
    <p:extLst>
      <p:ext uri="{BB962C8B-B14F-4D97-AF65-F5344CB8AC3E}">
        <p14:creationId xmlns:p14="http://schemas.microsoft.com/office/powerpoint/2010/main" val="2798655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E7C30-729F-E354-8A21-7720EF3E5DF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D346E49-F4C7-92E8-B9DF-9A769E5A4951}"/>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17</a:t>
            </a:fld>
            <a:endParaRPr lang="en-US"/>
          </a:p>
        </p:txBody>
      </p:sp>
      <p:sp>
        <p:nvSpPr>
          <p:cNvPr id="4" name="Google Shape;212;p15">
            <a:extLst>
              <a:ext uri="{FF2B5EF4-FFF2-40B4-BE49-F238E27FC236}">
                <a16:creationId xmlns:a16="http://schemas.microsoft.com/office/drawing/2014/main" id="{218A24AC-C48A-49BB-681A-674594208698}"/>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dirty="0">
                <a:solidFill>
                  <a:schemeClr val="dk2"/>
                </a:solidFill>
              </a:rPr>
              <a:t>Mocking</a:t>
            </a:r>
            <a:endParaRPr lang="en-US" sz="4000" b="0" i="0" u="none" strike="noStrike" cap="none" dirty="0">
              <a:solidFill>
                <a:schemeClr val="dk2"/>
              </a:solidFill>
              <a:latin typeface="Arial"/>
              <a:ea typeface="Arial"/>
              <a:cs typeface="Arial"/>
              <a:sym typeface="Arial"/>
            </a:endParaRPr>
          </a:p>
        </p:txBody>
      </p:sp>
      <p:pic>
        <p:nvPicPr>
          <p:cNvPr id="6" name="Picture 5">
            <a:extLst>
              <a:ext uri="{FF2B5EF4-FFF2-40B4-BE49-F238E27FC236}">
                <a16:creationId xmlns:a16="http://schemas.microsoft.com/office/drawing/2014/main" id="{4264EF0D-0E0F-62A5-A3FF-7C5D40A1D404}"/>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2166891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6C079-9A6E-1049-FA6A-B3390843A57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6A26D41-93A3-F749-AC41-873590C7A44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sp>
        <p:nvSpPr>
          <p:cNvPr id="6" name="Content Placeholder 5">
            <a:extLst>
              <a:ext uri="{FF2B5EF4-FFF2-40B4-BE49-F238E27FC236}">
                <a16:creationId xmlns:a16="http://schemas.microsoft.com/office/drawing/2014/main" id="{9022968C-4ACB-2E1B-51EE-6B7005FC6551}"/>
              </a:ext>
            </a:extLst>
          </p:cNvPr>
          <p:cNvSpPr>
            <a:spLocks noGrp="1"/>
          </p:cNvSpPr>
          <p:nvPr>
            <p:ph idx="1"/>
          </p:nvPr>
        </p:nvSpPr>
        <p:spPr>
          <a:xfrm>
            <a:off x="380010" y="1481446"/>
            <a:ext cx="8383980" cy="4882266"/>
          </a:xfrm>
        </p:spPr>
        <p:txBody>
          <a:bodyPr>
            <a:normAutofit fontScale="85000" lnSpcReduction="10000"/>
          </a:bodyPr>
          <a:lstStyle/>
          <a:p>
            <a:r>
              <a:rPr lang="en-US" dirty="0"/>
              <a:t>Mocking is the practice of replacing real dependencies in tests with controlled, fake substitutes</a:t>
            </a:r>
          </a:p>
          <a:p>
            <a:r>
              <a:rPr lang="en-US" dirty="0"/>
              <a:t>The </a:t>
            </a:r>
            <a:r>
              <a:rPr lang="en-US" dirty="0" err="1"/>
              <a:t>unittest.mock</a:t>
            </a:r>
            <a:r>
              <a:rPr lang="en-US" dirty="0"/>
              <a:t> module provides mocking tools</a:t>
            </a:r>
          </a:p>
          <a:p>
            <a:r>
              <a:rPr lang="en-US" dirty="0"/>
              <a:t>A </a:t>
            </a:r>
            <a:r>
              <a:rPr lang="en-US" b="1" dirty="0"/>
              <a:t>mock</a:t>
            </a:r>
            <a:r>
              <a:rPr lang="en-US" dirty="0"/>
              <a:t> is an object that records how it was called and can be configured to return specific values</a:t>
            </a:r>
          </a:p>
          <a:p>
            <a:r>
              <a:rPr lang="en-US" dirty="0"/>
              <a:t>Mocking is used to isolate the unit under test from external systems (databases, APIs, file systems)</a:t>
            </a:r>
          </a:p>
          <a:p>
            <a:r>
              <a:rPr lang="en-US" dirty="0"/>
              <a:t>Prevents tests from making real network calls, writing real files, or modifying real data</a:t>
            </a:r>
          </a:p>
          <a:p>
            <a:r>
              <a:rPr lang="en-US" dirty="0"/>
              <a:t>Makes tests faster, repeatable, and independent of external state</a:t>
            </a:r>
          </a:p>
          <a:p>
            <a:r>
              <a:rPr lang="en-US" dirty="0"/>
              <a:t>Mocks can also assert </a:t>
            </a:r>
            <a:r>
              <a:rPr lang="en-US" b="1" i="1" dirty="0"/>
              <a:t>how they were called</a:t>
            </a:r>
            <a:r>
              <a:rPr lang="en-US" dirty="0"/>
              <a:t>, so they can verify behavior, not just return values.</a:t>
            </a:r>
            <a:endParaRPr lang="en-US" i="1" dirty="0"/>
          </a:p>
        </p:txBody>
      </p:sp>
      <p:sp>
        <p:nvSpPr>
          <p:cNvPr id="5" name="Title 4">
            <a:extLst>
              <a:ext uri="{FF2B5EF4-FFF2-40B4-BE49-F238E27FC236}">
                <a16:creationId xmlns:a16="http://schemas.microsoft.com/office/drawing/2014/main" id="{44238185-FC0F-A581-F2FA-6496C7F12669}"/>
              </a:ext>
            </a:extLst>
          </p:cNvPr>
          <p:cNvSpPr>
            <a:spLocks noGrp="1"/>
          </p:cNvSpPr>
          <p:nvPr>
            <p:ph type="title"/>
          </p:nvPr>
        </p:nvSpPr>
        <p:spPr/>
        <p:txBody>
          <a:bodyPr/>
          <a:lstStyle/>
          <a:p>
            <a:r>
              <a:rPr lang="en-US" dirty="0"/>
              <a:t>Mocking Intro</a:t>
            </a:r>
          </a:p>
        </p:txBody>
      </p:sp>
    </p:spTree>
    <p:extLst>
      <p:ext uri="{BB962C8B-B14F-4D97-AF65-F5344CB8AC3E}">
        <p14:creationId xmlns:p14="http://schemas.microsoft.com/office/powerpoint/2010/main" val="2340694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B2075-9E83-F6EF-266B-5FF90CED8BB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AFDDD69-A1FC-CC87-70C0-037C487DD7C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
        <p:nvSpPr>
          <p:cNvPr id="6" name="Content Placeholder 5">
            <a:extLst>
              <a:ext uri="{FF2B5EF4-FFF2-40B4-BE49-F238E27FC236}">
                <a16:creationId xmlns:a16="http://schemas.microsoft.com/office/drawing/2014/main" id="{584B570E-9A6B-22FF-6679-578271E5968B}"/>
              </a:ext>
            </a:extLst>
          </p:cNvPr>
          <p:cNvSpPr>
            <a:spLocks noGrp="1"/>
          </p:cNvSpPr>
          <p:nvPr>
            <p:ph idx="1"/>
          </p:nvPr>
        </p:nvSpPr>
        <p:spPr>
          <a:xfrm>
            <a:off x="380010" y="1481446"/>
            <a:ext cx="8383980" cy="1917143"/>
          </a:xfrm>
        </p:spPr>
        <p:txBody>
          <a:bodyPr>
            <a:normAutofit fontScale="85000" lnSpcReduction="10000"/>
          </a:bodyPr>
          <a:lstStyle/>
          <a:p>
            <a:r>
              <a:rPr lang="en-US" dirty="0"/>
              <a:t>Mock is our flexible mock object (created by importing and using </a:t>
            </a:r>
            <a:r>
              <a:rPr lang="en-US" dirty="0">
                <a:latin typeface="Courier New" panose="02070309020205020404" pitchFamily="49" charset="0"/>
                <a:cs typeface="Courier New" panose="02070309020205020404" pitchFamily="49" charset="0"/>
              </a:rPr>
              <a:t>Mock()</a:t>
            </a:r>
            <a:r>
              <a:rPr lang="en-US" dirty="0"/>
              <a:t>)</a:t>
            </a:r>
          </a:p>
          <a:p>
            <a:r>
              <a:rPr lang="en-US" dirty="0"/>
              <a:t>Note that we don’t just mock objects, we can mock functions as well.</a:t>
            </a:r>
          </a:p>
          <a:p>
            <a:r>
              <a:rPr lang="en-US" dirty="0"/>
              <a:t>Some important properties and methods on mock include:</a:t>
            </a:r>
          </a:p>
          <a:p>
            <a:endParaRPr lang="en-US" dirty="0"/>
          </a:p>
        </p:txBody>
      </p:sp>
      <p:sp>
        <p:nvSpPr>
          <p:cNvPr id="5" name="Title 4">
            <a:extLst>
              <a:ext uri="{FF2B5EF4-FFF2-40B4-BE49-F238E27FC236}">
                <a16:creationId xmlns:a16="http://schemas.microsoft.com/office/drawing/2014/main" id="{68576A8D-4853-AA06-88F1-378A94D5E5C5}"/>
              </a:ext>
            </a:extLst>
          </p:cNvPr>
          <p:cNvSpPr>
            <a:spLocks noGrp="1"/>
          </p:cNvSpPr>
          <p:nvPr>
            <p:ph type="title"/>
          </p:nvPr>
        </p:nvSpPr>
        <p:spPr/>
        <p:txBody>
          <a:bodyPr/>
          <a:lstStyle/>
          <a:p>
            <a:r>
              <a:rPr lang="en-US" dirty="0"/>
              <a:t>Mock</a:t>
            </a:r>
          </a:p>
        </p:txBody>
      </p:sp>
      <p:graphicFrame>
        <p:nvGraphicFramePr>
          <p:cNvPr id="2" name="Table 1">
            <a:extLst>
              <a:ext uri="{FF2B5EF4-FFF2-40B4-BE49-F238E27FC236}">
                <a16:creationId xmlns:a16="http://schemas.microsoft.com/office/drawing/2014/main" id="{EDEB756F-2325-EA0F-E132-1BB6C093586D}"/>
              </a:ext>
            </a:extLst>
          </p:cNvPr>
          <p:cNvGraphicFramePr>
            <a:graphicFrameLocks noGrp="1"/>
          </p:cNvGraphicFramePr>
          <p:nvPr>
            <p:extLst>
              <p:ext uri="{D42A27DB-BD31-4B8C-83A1-F6EECF244321}">
                <p14:modId xmlns:p14="http://schemas.microsoft.com/office/powerpoint/2010/main" val="4050137206"/>
              </p:ext>
            </p:extLst>
          </p:nvPr>
        </p:nvGraphicFramePr>
        <p:xfrm>
          <a:off x="159574" y="3660835"/>
          <a:ext cx="8824854" cy="2752762"/>
        </p:xfrm>
        <a:graphic>
          <a:graphicData uri="http://schemas.openxmlformats.org/drawingml/2006/table">
            <a:tbl>
              <a:tblPr firstRow="1" bandRow="1">
                <a:tableStyleId>{5C22544A-7EE6-4342-B048-85BDC9FD1C3A}</a:tableStyleId>
              </a:tblPr>
              <a:tblGrid>
                <a:gridCol w="2730583">
                  <a:extLst>
                    <a:ext uri="{9D8B030D-6E8A-4147-A177-3AD203B41FA5}">
                      <a16:colId xmlns:a16="http://schemas.microsoft.com/office/drawing/2014/main" val="4202507141"/>
                    </a:ext>
                  </a:extLst>
                </a:gridCol>
                <a:gridCol w="6094271">
                  <a:extLst>
                    <a:ext uri="{9D8B030D-6E8A-4147-A177-3AD203B41FA5}">
                      <a16:colId xmlns:a16="http://schemas.microsoft.com/office/drawing/2014/main" val="2653014772"/>
                    </a:ext>
                  </a:extLst>
                </a:gridCol>
              </a:tblGrid>
              <a:tr h="177457">
                <a:tc>
                  <a:txBody>
                    <a:bodyPr/>
                    <a:lstStyle/>
                    <a:p>
                      <a:r>
                        <a:rPr lang="en-US" dirty="0"/>
                        <a:t>Property / Method</a:t>
                      </a:r>
                    </a:p>
                  </a:txBody>
                  <a:tcPr/>
                </a:tc>
                <a:tc>
                  <a:txBody>
                    <a:bodyPr/>
                    <a:lstStyle/>
                    <a:p>
                      <a:r>
                        <a:rPr lang="en-US" dirty="0"/>
                        <a:t>Description</a:t>
                      </a:r>
                    </a:p>
                  </a:txBody>
                  <a:tcPr/>
                </a:tc>
                <a:extLst>
                  <a:ext uri="{0D108BD9-81ED-4DB2-BD59-A6C34878D82A}">
                    <a16:rowId xmlns:a16="http://schemas.microsoft.com/office/drawing/2014/main" val="3394265451"/>
                  </a:ext>
                </a:extLst>
              </a:tr>
              <a:tr h="241924">
                <a:tc>
                  <a:txBody>
                    <a:bodyPr/>
                    <a:lstStyle/>
                    <a:p>
                      <a:r>
                        <a:rPr lang="en-US" sz="1400" dirty="0">
                          <a:latin typeface="Courier New" panose="02070309020205020404" pitchFamily="49" charset="0"/>
                          <a:cs typeface="Courier New" panose="02070309020205020404" pitchFamily="49" charset="0"/>
                        </a:rPr>
                        <a:t>Mock()</a:t>
                      </a:r>
                    </a:p>
                  </a:txBody>
                  <a:tcPr/>
                </a:tc>
                <a:tc>
                  <a:txBody>
                    <a:bodyPr/>
                    <a:lstStyle/>
                    <a:p>
                      <a:r>
                        <a:rPr lang="en-US" sz="1400" dirty="0"/>
                        <a:t>Creates a Mock object or method / function Stub</a:t>
                      </a:r>
                    </a:p>
                  </a:txBody>
                  <a:tcPr/>
                </a:tc>
                <a:extLst>
                  <a:ext uri="{0D108BD9-81ED-4DB2-BD59-A6C34878D82A}">
                    <a16:rowId xmlns:a16="http://schemas.microsoft.com/office/drawing/2014/main" val="3632402848"/>
                  </a:ext>
                </a:extLst>
              </a:tr>
              <a:tr h="241924">
                <a:tc>
                  <a:txBody>
                    <a:bodyPr/>
                    <a:lstStyle/>
                    <a:p>
                      <a:r>
                        <a:rPr lang="en-US" sz="1400" dirty="0" err="1">
                          <a:latin typeface="Courier New" panose="02070309020205020404" pitchFamily="49" charset="0"/>
                          <a:cs typeface="Courier New" panose="02070309020205020404" pitchFamily="49" charset="0"/>
                        </a:rPr>
                        <a:t>return_value</a:t>
                      </a:r>
                      <a:endParaRPr lang="en-US" sz="1400" dirty="0">
                        <a:latin typeface="Courier New" panose="02070309020205020404" pitchFamily="49" charset="0"/>
                        <a:cs typeface="Courier New" panose="02070309020205020404" pitchFamily="49" charset="0"/>
                      </a:endParaRPr>
                    </a:p>
                  </a:txBody>
                  <a:tcPr/>
                </a:tc>
                <a:tc>
                  <a:txBody>
                    <a:bodyPr/>
                    <a:lstStyle/>
                    <a:p>
                      <a:r>
                        <a:rPr lang="en-US" sz="1400" dirty="0"/>
                        <a:t>The value to be returned from our Mock</a:t>
                      </a:r>
                    </a:p>
                  </a:txBody>
                  <a:tcPr/>
                </a:tc>
                <a:extLst>
                  <a:ext uri="{0D108BD9-81ED-4DB2-BD59-A6C34878D82A}">
                    <a16:rowId xmlns:a16="http://schemas.microsoft.com/office/drawing/2014/main" val="2748510336"/>
                  </a:ext>
                </a:extLst>
              </a:tr>
              <a:tr h="241924">
                <a:tc>
                  <a:txBody>
                    <a:bodyPr/>
                    <a:lstStyle/>
                    <a:p>
                      <a:r>
                        <a:rPr lang="en-US" sz="1400" dirty="0" err="1">
                          <a:latin typeface="Courier New" panose="02070309020205020404" pitchFamily="49" charset="0"/>
                          <a:cs typeface="Courier New" panose="02070309020205020404" pitchFamily="49" charset="0"/>
                        </a:rPr>
                        <a:t>assert_called_once</a:t>
                      </a:r>
                      <a:r>
                        <a:rPr lang="en-US" sz="1400" dirty="0">
                          <a:latin typeface="Courier New" panose="02070309020205020404" pitchFamily="49" charset="0"/>
                          <a:cs typeface="Courier New" panose="02070309020205020404" pitchFamily="49" charset="0"/>
                        </a:rPr>
                        <a:t>()</a:t>
                      </a:r>
                    </a:p>
                  </a:txBody>
                  <a:tcPr/>
                </a:tc>
                <a:tc>
                  <a:txBody>
                    <a:bodyPr/>
                    <a:lstStyle/>
                    <a:p>
                      <a:r>
                        <a:rPr lang="en-US" sz="1400" dirty="0"/>
                        <a:t>Validates that the mock was called once</a:t>
                      </a:r>
                    </a:p>
                  </a:txBody>
                  <a:tcPr/>
                </a:tc>
                <a:extLst>
                  <a:ext uri="{0D108BD9-81ED-4DB2-BD59-A6C34878D82A}">
                    <a16:rowId xmlns:a16="http://schemas.microsoft.com/office/drawing/2014/main" val="2124088066"/>
                  </a:ext>
                </a:extLst>
              </a:tr>
              <a:tr h="477221">
                <a:tc>
                  <a:txBody>
                    <a:bodyPr/>
                    <a:lstStyle/>
                    <a:p>
                      <a:r>
                        <a:rPr lang="en-US" sz="1400" dirty="0" err="1">
                          <a:latin typeface="Courier New" panose="02070309020205020404" pitchFamily="49" charset="0"/>
                          <a:cs typeface="Courier New" panose="02070309020205020404" pitchFamily="49" charset="0"/>
                        </a:rPr>
                        <a:t>assert_called_once_with</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args</a:t>
                      </a:r>
                      <a:r>
                        <a:rPr lang="en-US" sz="1400" dirty="0">
                          <a:latin typeface="Courier New" panose="02070309020205020404" pitchFamily="49" charset="0"/>
                          <a:cs typeface="Courier New" panose="02070309020205020404" pitchFamily="49" charset="0"/>
                        </a:rPr>
                        <a:t>)</a:t>
                      </a:r>
                    </a:p>
                  </a:txBody>
                  <a:tcPr/>
                </a:tc>
                <a:tc>
                  <a:txBody>
                    <a:bodyPr/>
                    <a:lstStyle/>
                    <a:p>
                      <a:r>
                        <a:rPr lang="en-US" sz="1400" dirty="0"/>
                        <a:t>Validates that the mock was called once, with the list of </a:t>
                      </a:r>
                      <a:r>
                        <a:rPr lang="en-US" sz="1400" dirty="0" err="1"/>
                        <a:t>args</a:t>
                      </a:r>
                      <a:endParaRPr lang="en-US" sz="1400" dirty="0"/>
                    </a:p>
                  </a:txBody>
                  <a:tcPr/>
                </a:tc>
                <a:extLst>
                  <a:ext uri="{0D108BD9-81ED-4DB2-BD59-A6C34878D82A}">
                    <a16:rowId xmlns:a16="http://schemas.microsoft.com/office/drawing/2014/main" val="1418808306"/>
                  </a:ext>
                </a:extLst>
              </a:tr>
              <a:tr h="477221">
                <a:tc>
                  <a:txBody>
                    <a:bodyPr/>
                    <a:lstStyle/>
                    <a:p>
                      <a:r>
                        <a:rPr lang="en-US" sz="1400" dirty="0" err="1">
                          <a:latin typeface="Courier New" panose="02070309020205020404" pitchFamily="49" charset="0"/>
                          <a:cs typeface="Courier New" panose="02070309020205020404" pitchFamily="49" charset="0"/>
                        </a:rPr>
                        <a:t>call_args_list</a:t>
                      </a:r>
                      <a:endParaRPr lang="en-US" sz="1400" dirty="0">
                        <a:latin typeface="Courier New" panose="02070309020205020404" pitchFamily="49" charset="0"/>
                        <a:cs typeface="Courier New" panose="02070309020205020404" pitchFamily="49" charset="0"/>
                      </a:endParaRPr>
                    </a:p>
                  </a:txBody>
                  <a:tcPr/>
                </a:tc>
                <a:tc>
                  <a:txBody>
                    <a:bodyPr/>
                    <a:lstStyle/>
                    <a:p>
                      <a:r>
                        <a:rPr lang="en-US" sz="1400" dirty="0"/>
                        <a:t>List of arguments provided to the called Mock</a:t>
                      </a:r>
                    </a:p>
                  </a:txBody>
                  <a:tcPr/>
                </a:tc>
                <a:extLst>
                  <a:ext uri="{0D108BD9-81ED-4DB2-BD59-A6C34878D82A}">
                    <a16:rowId xmlns:a16="http://schemas.microsoft.com/office/drawing/2014/main" val="2056458437"/>
                  </a:ext>
                </a:extLst>
              </a:tr>
              <a:tr h="477221">
                <a:tc>
                  <a:txBody>
                    <a:bodyPr/>
                    <a:lstStyle/>
                    <a:p>
                      <a:r>
                        <a:rPr lang="en-US" sz="1400" dirty="0" err="1">
                          <a:latin typeface="Courier New" panose="02070309020205020404" pitchFamily="49" charset="0"/>
                          <a:cs typeface="Courier New" panose="02070309020205020404" pitchFamily="49" charset="0"/>
                        </a:rPr>
                        <a:t>call_count</a:t>
                      </a:r>
                      <a:endParaRPr lang="en-US" sz="1400" dirty="0">
                        <a:latin typeface="Courier New" panose="02070309020205020404" pitchFamily="49" charset="0"/>
                        <a:cs typeface="Courier New" panose="02070309020205020404" pitchFamily="49" charset="0"/>
                      </a:endParaRPr>
                    </a:p>
                  </a:txBody>
                  <a:tcPr/>
                </a:tc>
                <a:tc>
                  <a:txBody>
                    <a:bodyPr/>
                    <a:lstStyle/>
                    <a:p>
                      <a:r>
                        <a:rPr lang="en-US" sz="1400" dirty="0"/>
                        <a:t>Count of times a mock was called</a:t>
                      </a:r>
                    </a:p>
                  </a:txBody>
                  <a:tcPr/>
                </a:tc>
                <a:extLst>
                  <a:ext uri="{0D108BD9-81ED-4DB2-BD59-A6C34878D82A}">
                    <a16:rowId xmlns:a16="http://schemas.microsoft.com/office/drawing/2014/main" val="2405115205"/>
                  </a:ext>
                </a:extLst>
              </a:tr>
            </a:tbl>
          </a:graphicData>
        </a:graphic>
      </p:graphicFrame>
    </p:spTree>
    <p:extLst>
      <p:ext uri="{BB962C8B-B14F-4D97-AF65-F5344CB8AC3E}">
        <p14:creationId xmlns:p14="http://schemas.microsoft.com/office/powerpoint/2010/main" val="2359934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780C7-5118-0A7F-A58B-C69300F46E2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FFE62BF-C95A-7EC3-F6D8-E3C1D9665D4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sp>
        <p:nvSpPr>
          <p:cNvPr id="6" name="Content Placeholder 5">
            <a:extLst>
              <a:ext uri="{FF2B5EF4-FFF2-40B4-BE49-F238E27FC236}">
                <a16:creationId xmlns:a16="http://schemas.microsoft.com/office/drawing/2014/main" id="{7AEF58C6-8D52-088A-8C3B-1C5E2ADF756E}"/>
              </a:ext>
            </a:extLst>
          </p:cNvPr>
          <p:cNvSpPr>
            <a:spLocks noGrp="1"/>
          </p:cNvSpPr>
          <p:nvPr>
            <p:ph idx="1"/>
          </p:nvPr>
        </p:nvSpPr>
        <p:spPr>
          <a:xfrm>
            <a:off x="380010" y="1481446"/>
            <a:ext cx="8383980" cy="4882266"/>
          </a:xfrm>
        </p:spPr>
        <p:txBody>
          <a:bodyPr>
            <a:normAutofit/>
          </a:bodyPr>
          <a:lstStyle/>
          <a:p>
            <a:r>
              <a:rPr lang="en-US" dirty="0" err="1">
                <a:latin typeface="Courier New" panose="02070309020205020404" pitchFamily="49" charset="0"/>
                <a:cs typeface="Courier New" panose="02070309020205020404" pitchFamily="49" charset="0"/>
              </a:rPr>
              <a:t>MagicMock</a:t>
            </a:r>
            <a:r>
              <a:rPr lang="en-US" dirty="0"/>
              <a:t> is a subclass of </a:t>
            </a:r>
            <a:r>
              <a:rPr lang="en-US" dirty="0">
                <a:latin typeface="Courier New" panose="02070309020205020404" pitchFamily="49" charset="0"/>
                <a:cs typeface="Courier New" panose="02070309020205020404" pitchFamily="49" charset="0"/>
              </a:rPr>
              <a:t>Mock</a:t>
            </a:r>
            <a:r>
              <a:rPr lang="en-US" dirty="0"/>
              <a:t> that additionally supports Python “Magic methods” (dunder methods)</a:t>
            </a:r>
          </a:p>
          <a:p>
            <a:r>
              <a:rPr lang="en-US" dirty="0"/>
              <a:t>You should use </a:t>
            </a:r>
            <a:r>
              <a:rPr lang="en-US" dirty="0" err="1"/>
              <a:t>MagicMock</a:t>
            </a:r>
            <a:r>
              <a:rPr lang="en-US" dirty="0"/>
              <a:t> when the code under test uses a mock in a context manager, iteration or operator.</a:t>
            </a:r>
          </a:p>
          <a:p>
            <a:endParaRPr lang="en-US" dirty="0"/>
          </a:p>
        </p:txBody>
      </p:sp>
      <p:sp>
        <p:nvSpPr>
          <p:cNvPr id="5" name="Title 4">
            <a:extLst>
              <a:ext uri="{FF2B5EF4-FFF2-40B4-BE49-F238E27FC236}">
                <a16:creationId xmlns:a16="http://schemas.microsoft.com/office/drawing/2014/main" id="{78DC4584-9FD8-FE25-616D-45691B78E00F}"/>
              </a:ext>
            </a:extLst>
          </p:cNvPr>
          <p:cNvSpPr>
            <a:spLocks noGrp="1"/>
          </p:cNvSpPr>
          <p:nvPr>
            <p:ph type="title"/>
          </p:nvPr>
        </p:nvSpPr>
        <p:spPr/>
        <p:txBody>
          <a:bodyPr/>
          <a:lstStyle/>
          <a:p>
            <a:r>
              <a:rPr lang="en-US" dirty="0"/>
              <a:t>Magic Mock</a:t>
            </a:r>
          </a:p>
        </p:txBody>
      </p:sp>
    </p:spTree>
    <p:extLst>
      <p:ext uri="{BB962C8B-B14F-4D97-AF65-F5344CB8AC3E}">
        <p14:creationId xmlns:p14="http://schemas.microsoft.com/office/powerpoint/2010/main" val="460241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6539B-A300-977E-262D-49406F4EC93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7BA8E33-6D83-6C8F-73F0-140F15D4BAE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
        <p:nvSpPr>
          <p:cNvPr id="6" name="Content Placeholder 5">
            <a:extLst>
              <a:ext uri="{FF2B5EF4-FFF2-40B4-BE49-F238E27FC236}">
                <a16:creationId xmlns:a16="http://schemas.microsoft.com/office/drawing/2014/main" id="{803E60A3-413F-8447-E110-6726ED0044EF}"/>
              </a:ext>
            </a:extLst>
          </p:cNvPr>
          <p:cNvSpPr>
            <a:spLocks noGrp="1"/>
          </p:cNvSpPr>
          <p:nvPr>
            <p:ph idx="1"/>
          </p:nvPr>
        </p:nvSpPr>
        <p:spPr>
          <a:xfrm>
            <a:off x="380010" y="1481446"/>
            <a:ext cx="8383980" cy="4882266"/>
          </a:xfrm>
        </p:spPr>
        <p:txBody>
          <a:bodyPr>
            <a:normAutofit/>
          </a:bodyPr>
          <a:lstStyle/>
          <a:p>
            <a:r>
              <a:rPr lang="en-US" dirty="0" err="1"/>
              <a:t>Side_effect</a:t>
            </a:r>
            <a:r>
              <a:rPr lang="en-US" dirty="0"/>
              <a:t> can be used to override </a:t>
            </a:r>
            <a:r>
              <a:rPr lang="en-US" dirty="0" err="1"/>
              <a:t>return_value</a:t>
            </a:r>
            <a:r>
              <a:rPr lang="en-US" dirty="0"/>
              <a:t> for mocks. </a:t>
            </a:r>
          </a:p>
          <a:p>
            <a:pPr lvl="1"/>
            <a:r>
              <a:rPr lang="en-US" dirty="0"/>
              <a:t>If a </a:t>
            </a:r>
            <a:r>
              <a:rPr lang="en-US" dirty="0" err="1"/>
              <a:t>side_effect</a:t>
            </a:r>
            <a:r>
              <a:rPr lang="en-US" dirty="0"/>
              <a:t> and </a:t>
            </a:r>
            <a:r>
              <a:rPr lang="en-US" dirty="0" err="1"/>
              <a:t>return_value</a:t>
            </a:r>
            <a:r>
              <a:rPr lang="en-US" dirty="0"/>
              <a:t> are set for a mock, the </a:t>
            </a:r>
            <a:r>
              <a:rPr lang="en-US" dirty="0" err="1"/>
              <a:t>side_effect</a:t>
            </a:r>
            <a:r>
              <a:rPr lang="en-US" dirty="0"/>
              <a:t> has higher precedence</a:t>
            </a:r>
          </a:p>
          <a:p>
            <a:r>
              <a:rPr lang="en-US" dirty="0" err="1"/>
              <a:t>Side_effect</a:t>
            </a:r>
            <a:r>
              <a:rPr lang="en-US" dirty="0"/>
              <a:t> is used to give mocks dynamic behavior that better models real behavior</a:t>
            </a:r>
          </a:p>
          <a:p>
            <a:r>
              <a:rPr lang="en-US" dirty="0"/>
              <a:t>Useful for </a:t>
            </a:r>
            <a:r>
              <a:rPr lang="en-US" dirty="0" err="1"/>
              <a:t>sumulating</a:t>
            </a:r>
            <a:r>
              <a:rPr lang="en-US" dirty="0"/>
              <a:t>: flakey network calls, retry logic, varied API responses, error conditions.</a:t>
            </a:r>
          </a:p>
        </p:txBody>
      </p:sp>
      <p:sp>
        <p:nvSpPr>
          <p:cNvPr id="5" name="Title 4">
            <a:extLst>
              <a:ext uri="{FF2B5EF4-FFF2-40B4-BE49-F238E27FC236}">
                <a16:creationId xmlns:a16="http://schemas.microsoft.com/office/drawing/2014/main" id="{42DCEA97-EFAC-8643-D468-07F933E7F625}"/>
              </a:ext>
            </a:extLst>
          </p:cNvPr>
          <p:cNvSpPr>
            <a:spLocks noGrp="1"/>
          </p:cNvSpPr>
          <p:nvPr>
            <p:ph type="title"/>
          </p:nvPr>
        </p:nvSpPr>
        <p:spPr/>
        <p:txBody>
          <a:bodyPr/>
          <a:lstStyle/>
          <a:p>
            <a:r>
              <a:rPr lang="en-US" dirty="0"/>
              <a:t>Side Effects - Conceptual</a:t>
            </a:r>
          </a:p>
        </p:txBody>
      </p:sp>
    </p:spTree>
    <p:extLst>
      <p:ext uri="{BB962C8B-B14F-4D97-AF65-F5344CB8AC3E}">
        <p14:creationId xmlns:p14="http://schemas.microsoft.com/office/powerpoint/2010/main" val="3016962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F99DB-036F-1A06-952B-66C4939F50A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C1418F5-158E-85F5-ED60-C95E881581B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sp>
        <p:nvSpPr>
          <p:cNvPr id="6" name="Content Placeholder 5">
            <a:extLst>
              <a:ext uri="{FF2B5EF4-FFF2-40B4-BE49-F238E27FC236}">
                <a16:creationId xmlns:a16="http://schemas.microsoft.com/office/drawing/2014/main" id="{5F3AE7CA-4512-C6C7-B02E-66580D0E86E0}"/>
              </a:ext>
            </a:extLst>
          </p:cNvPr>
          <p:cNvSpPr>
            <a:spLocks noGrp="1"/>
          </p:cNvSpPr>
          <p:nvPr>
            <p:ph idx="1"/>
          </p:nvPr>
        </p:nvSpPr>
        <p:spPr>
          <a:xfrm>
            <a:off x="380010" y="1481446"/>
            <a:ext cx="8383980" cy="4882266"/>
          </a:xfrm>
        </p:spPr>
        <p:txBody>
          <a:bodyPr>
            <a:normAutofit/>
          </a:bodyPr>
          <a:lstStyle/>
          <a:p>
            <a:r>
              <a:rPr lang="en-US" dirty="0"/>
              <a:t>patch can be used to replace an object in a module with a mock for the duration of a test.</a:t>
            </a:r>
          </a:p>
          <a:p>
            <a:r>
              <a:rPr lang="en-US" dirty="0"/>
              <a:t>Effectively, this means that you can mock a dependency without touch the code that uses it.</a:t>
            </a:r>
          </a:p>
          <a:p>
            <a:r>
              <a:rPr lang="en-US" dirty="0"/>
              <a:t>Imported </a:t>
            </a:r>
            <a:r>
              <a:rPr lang="en-US" dirty="0">
                <a:latin typeface="Courier New" panose="02070309020205020404" pitchFamily="49" charset="0"/>
                <a:cs typeface="Courier New" panose="02070309020205020404" pitchFamily="49" charset="0"/>
              </a:rPr>
              <a:t>from </a:t>
            </a:r>
            <a:r>
              <a:rPr lang="en-US" dirty="0" err="1">
                <a:latin typeface="Courier New" panose="02070309020205020404" pitchFamily="49" charset="0"/>
                <a:cs typeface="Courier New" panose="02070309020205020404" pitchFamily="49" charset="0"/>
              </a:rPr>
              <a:t>unittest.mock</a:t>
            </a:r>
            <a:r>
              <a:rPr lang="en-US" dirty="0">
                <a:latin typeface="Courier New" panose="02070309020205020404" pitchFamily="49" charset="0"/>
                <a:cs typeface="Courier New" panose="02070309020205020404" pitchFamily="49" charset="0"/>
              </a:rPr>
              <a:t> import patch</a:t>
            </a:r>
          </a:p>
          <a:p>
            <a:r>
              <a:rPr lang="en-US" dirty="0">
                <a:latin typeface="+mj-lt"/>
                <a:cs typeface="Courier New" panose="02070309020205020404" pitchFamily="49" charset="0"/>
              </a:rPr>
              <a:t>Patch can be used as a context manager or as a decorator</a:t>
            </a:r>
          </a:p>
          <a:p>
            <a:r>
              <a:rPr lang="en-US" dirty="0">
                <a:latin typeface="+mj-lt"/>
                <a:cs typeface="Courier New" panose="02070309020205020404" pitchFamily="49" charset="0"/>
              </a:rPr>
              <a:t>The patch target much be specified with a clear path: “</a:t>
            </a:r>
            <a:r>
              <a:rPr lang="en-US" dirty="0" err="1">
                <a:latin typeface="Courier New" panose="02070309020205020404" pitchFamily="49" charset="0"/>
                <a:cs typeface="Courier New" panose="02070309020205020404" pitchFamily="49" charset="0"/>
              </a:rPr>
              <a:t>module.ClassName.method_name</a:t>
            </a:r>
            <a:r>
              <a:rPr lang="en-US" dirty="0">
                <a:latin typeface="+mj-lt"/>
                <a:cs typeface="Courier New" panose="02070309020205020404" pitchFamily="49" charset="0"/>
              </a:rPr>
              <a:t>”</a:t>
            </a:r>
          </a:p>
          <a:p>
            <a:endParaRPr lang="en-US" dirty="0">
              <a:latin typeface="+mj-lt"/>
              <a:cs typeface="Courier New" panose="02070309020205020404" pitchFamily="49" charset="0"/>
            </a:endParaRPr>
          </a:p>
        </p:txBody>
      </p:sp>
      <p:sp>
        <p:nvSpPr>
          <p:cNvPr id="5" name="Title 4">
            <a:extLst>
              <a:ext uri="{FF2B5EF4-FFF2-40B4-BE49-F238E27FC236}">
                <a16:creationId xmlns:a16="http://schemas.microsoft.com/office/drawing/2014/main" id="{DD5E03BC-8B31-A791-6192-BC60C112D0D8}"/>
              </a:ext>
            </a:extLst>
          </p:cNvPr>
          <p:cNvSpPr>
            <a:spLocks noGrp="1"/>
          </p:cNvSpPr>
          <p:nvPr>
            <p:ph type="title"/>
          </p:nvPr>
        </p:nvSpPr>
        <p:spPr/>
        <p:txBody>
          <a:bodyPr/>
          <a:lstStyle/>
          <a:p>
            <a:r>
              <a:rPr lang="en-US" dirty="0"/>
              <a:t>Patching</a:t>
            </a:r>
          </a:p>
        </p:txBody>
      </p:sp>
    </p:spTree>
    <p:extLst>
      <p:ext uri="{BB962C8B-B14F-4D97-AF65-F5344CB8AC3E}">
        <p14:creationId xmlns:p14="http://schemas.microsoft.com/office/powerpoint/2010/main" val="3918011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9"/>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2400"/>
              <a:buFont typeface="Arial"/>
              <a:buNone/>
            </a:pPr>
            <a:endParaRPr/>
          </a:p>
        </p:txBody>
      </p:sp>
      <p:sp>
        <p:nvSpPr>
          <p:cNvPr id="310" name="Google Shape;310;p29"/>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sld>
</file>

<file path=ppt/theme/theme1.xml><?xml version="1.0" encoding="utf-8"?>
<a:theme xmlns:a="http://schemas.openxmlformats.org/drawingml/2006/main" name="2_Custom Design">
  <a:themeElements>
    <a:clrScheme name="Revature">
      <a:dk1>
        <a:sysClr val="windowText" lastClr="000000"/>
      </a:dk1>
      <a:lt1>
        <a:srgbClr val="FFFFFF"/>
      </a:lt1>
      <a:dk2>
        <a:srgbClr val="474C55"/>
      </a:dk2>
      <a:lt2>
        <a:srgbClr val="F2F2F2"/>
      </a:lt2>
      <a:accent1>
        <a:srgbClr val="F36A25"/>
      </a:accent1>
      <a:accent2>
        <a:srgbClr val="A0A1A0"/>
      </a:accent2>
      <a:accent3>
        <a:srgbClr val="474C55"/>
      </a:accent3>
      <a:accent4>
        <a:srgbClr val="F7A528"/>
      </a:accent4>
      <a:accent5>
        <a:srgbClr val="73A5C2"/>
      </a:accent5>
      <a:accent6>
        <a:srgbClr val="F36A25"/>
      </a:accent6>
      <a:hlink>
        <a:srgbClr val="F36A25"/>
      </a:hlink>
      <a:folHlink>
        <a:srgbClr val="F36A2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Revature Template  101416" id="{E7AE9B54-ECDF-468C-BAC8-D7E5033F34EC}" vid="{F6400A2A-47B1-4620-B2AC-EFF1DCD888C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Revature Template  101416</Template>
  <TotalTime>26988</TotalTime>
  <Words>1529</Words>
  <Application>Microsoft Office PowerPoint</Application>
  <PresentationFormat>On-screen Show (4:3)</PresentationFormat>
  <Paragraphs>176</Paragraphs>
  <Slides>24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Courier New</vt:lpstr>
      <vt:lpstr>2_Custom Design</vt:lpstr>
      <vt:lpstr>Python Testing</vt:lpstr>
      <vt:lpstr>Outline</vt:lpstr>
      <vt:lpstr>PowerPoint Presentation</vt:lpstr>
      <vt:lpstr>Python unittest Framework</vt:lpstr>
      <vt:lpstr>PowerPoint Presentation</vt:lpstr>
      <vt:lpstr>Assertion Methods</vt:lpstr>
      <vt:lpstr>Assertion Methods</vt:lpstr>
      <vt:lpstr>Skipping Tests</vt:lpstr>
      <vt:lpstr>PowerPoint Presentation</vt:lpstr>
      <vt:lpstr>Test Fixtures</vt:lpstr>
      <vt:lpstr>Test Fixtures | Methods &amp; Decorators</vt:lpstr>
      <vt:lpstr>PowerPoint Presentation</vt:lpstr>
      <vt:lpstr>Testing Exceptions</vt:lpstr>
      <vt:lpstr>Assertion Methods – Raising Exceptions</vt:lpstr>
      <vt:lpstr>PowerPoint Presentation</vt:lpstr>
      <vt:lpstr>Loading Test Data</vt:lpstr>
      <vt:lpstr>Loading Test Data</vt:lpstr>
      <vt:lpstr>PowerPoint Presentation</vt:lpstr>
      <vt:lpstr>Mocking Intro</vt:lpstr>
      <vt:lpstr>Mock</vt:lpstr>
      <vt:lpstr>Magic Mock</vt:lpstr>
      <vt:lpstr>Side Effects - Conceptual</vt:lpstr>
      <vt:lpstr>Patching</vt:lpstr>
      <vt:lpstr>PowerPoint Presentation</vt:lpstr>
    </vt:vector>
  </TitlesOfParts>
  <Company>Persistence Holdings, LLC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account 10</dc:creator>
  <cp:lastModifiedBy>Joseph Highe</cp:lastModifiedBy>
  <cp:revision>38</cp:revision>
  <cp:lastPrinted>2016-06-20T20:58:50Z</cp:lastPrinted>
  <dcterms:created xsi:type="dcterms:W3CDTF">2016-11-09T18:19:08Z</dcterms:created>
  <dcterms:modified xsi:type="dcterms:W3CDTF">2026-06-12T17:35:58Z</dcterms:modified>
</cp:coreProperties>
</file>